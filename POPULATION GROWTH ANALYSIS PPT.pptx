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officedocument.presentationml.presProps+xml" PartName="/ppt/presProps.xml"/>
  <Override ContentType="application/vnd.openxmlformats-officedocument.presentationml.presentation.main+xml" PartName="/ppt/presentation.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tableStyles+xml" PartName="/ppt/tableStyles.xml"/>
  <Override ContentType="application/vnd.openxmlformats-officedocument.presentationml.viewProps+xml" PartName="/ppt/viewProps.xml"/>
  <Override ContentType="application/vnd.openxmlformats-officedocument.theme+xml" PartName="/ppt/theme/theme1.xml"/>
  <Override ContentType="application/vnd.openxmlformats-package.core-properties+xml" PartName="/docProps/core.xml"/>
</Types>
</file>

<file path=_rels/.rels><?xml version="1.0" encoding="UTF-8" standalone="yes"?><Relationships xmlns="http://schemas.openxmlformats.org/package/2006/relationships"><Relationship Id="rId4" Target="ppt/presentation.xml" Type="http://schemas.openxmlformats.org/officeDocument/2006/relationships/officeDocument"/><Relationship Id="rId3" Target="docProps/core.xml" Type="http://schemas.openxmlformats.org/package/2006/relationships/metadata/core-properties"/><Relationship Id="rId2" Target="docProps/app.xml" Type="http://schemas.openxmlformats.org/officeDocument/2006/relationships/extended-properties"/><Relationship Id="rId1" Target="docProps/thumbnail.jpeg" Type="http://schemas.openxmlformats.org/package/2006/relationships/metadata/thumbnai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9" r:id="rId5"/>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2192000" cy="6858000"/>
  <p:notesSz cx="6858000" cy="9144000"/>
  <p:defaultTextStyle>
    <a:defPPr>
      <a:defRPr altLang="en-GB" lang="en-GB"/>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autoAdjust="0" sz="19972"/>
    <p:restoredTop sz="94660"/>
  </p:normalViewPr>
  <p:slideViewPr>
    <p:cSldViewPr snapToGrid="0">
      <p:cViewPr varScale="1">
        <p:scale>
          <a:sx d="100" n="86"/>
          <a:sy d="100" n="86"/>
        </p:scale>
        <p:origin x="96" y="888"/>
      </p:cViewPr>
      <p:guideLst/>
    </p:cSldViewPr>
  </p:slideViewPr>
  <p:notesTextViewPr>
    <p:cViewPr>
      <p:scale>
        <a:sx d="1" n="1"/>
        <a:sy d="1" n="1"/>
      </p:scale>
      <p:origin x="0" y="0"/>
    </p:cViewPr>
  </p:notesTextViewPr>
  <p:gridSpacing cx="76200" cy="76200"/>
</p:viewPr>
</file>

<file path=ppt/_rels/presentation.xml.rels><?xml version="1.0" encoding="UTF-8" standalone="yes"?><Relationships xmlns="http://schemas.openxmlformats.org/package/2006/relationships"><Relationship Id="rId21" Target="slides/slide16.xml" Type="http://schemas.openxmlformats.org/officeDocument/2006/relationships/slide"/><Relationship Id="rId19" Target="slides/slide14.xml" Type="http://schemas.openxmlformats.org/officeDocument/2006/relationships/slide"/><Relationship Id="rId20" Target="slides/slide15.xml" Type="http://schemas.openxmlformats.org/officeDocument/2006/relationships/slide"/><Relationship Id="rId18" Target="slides/slide13.xml" Type="http://schemas.openxmlformats.org/officeDocument/2006/relationships/slide"/><Relationship Id="rId17" Target="slides/slide12.xml" Type="http://schemas.openxmlformats.org/officeDocument/2006/relationships/slide"/><Relationship Id="rId16" Target="slides/slide11.xml" Type="http://schemas.openxmlformats.org/officeDocument/2006/relationships/slide"/><Relationship Id="rId15" Target="slides/slide10.xml" Type="http://schemas.openxmlformats.org/officeDocument/2006/relationships/slide"/><Relationship Id="rId14" Target="slides/slide9.xml" Type="http://schemas.openxmlformats.org/officeDocument/2006/relationships/slide"/><Relationship Id="rId13" Target="slides/slide8.xml" Type="http://schemas.openxmlformats.org/officeDocument/2006/relationships/slide"/><Relationship Id="rId12" Target="slides/slide7.xml" Type="http://schemas.openxmlformats.org/officeDocument/2006/relationships/slide"/><Relationship Id="rId11" Target="slides/slide6.xml" Type="http://schemas.openxmlformats.org/officeDocument/2006/relationships/slide"/><Relationship Id="rId10" Target="slides/slide5.xml" Type="http://schemas.openxmlformats.org/officeDocument/2006/relationships/slide"/><Relationship Id="rId9" Target="slides/slide4.xml" Type="http://schemas.openxmlformats.org/officeDocument/2006/relationships/slide"/><Relationship Id="rId8" Target="slides/slide3.xml" Type="http://schemas.openxmlformats.org/officeDocument/2006/relationships/slide"/><Relationship Id="rId7" Target="slides/slide2.xml" Type="http://schemas.openxmlformats.org/officeDocument/2006/relationships/slide"/><Relationship Id="rId6" Target="slides/slide1.xml" Type="http://schemas.openxmlformats.org/officeDocument/2006/relationships/slide"/><Relationship Id="rId5" Target="slideMasters/slideMaster1.xml" Type="http://schemas.openxmlformats.org/officeDocument/2006/relationships/slideMaster"/><Relationship Id="rId4" Target="tableStyles.xml" Type="http://schemas.openxmlformats.org/officeDocument/2006/relationships/tableStyles"/><Relationship Id="rId3" Target="presProps.xml" Type="http://schemas.openxmlformats.org/officeDocument/2006/relationships/presProps"/><Relationship Id="rId2" Target="viewProps.xml" Type="http://schemas.openxmlformats.org/officeDocument/2006/relationships/viewProps"/><Relationship Id="rId22" Target="slides/slide17.xml" Type="http://schemas.openxmlformats.org/officeDocument/2006/relationships/slide"/><Relationship Id="rId1" Target="theme/theme1.xml" Type="http://schemas.openxmlformats.org/officeDocument/2006/relationships/theme"/></Relationships>
</file>

<file path=ppt/slideLayouts/_rels/slideLayout1.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numCol="1">
            <a:normAutofit/>
          </a:bodyPr>
          <a:lstStyle>
            <a:lvl1pPr algn="l">
              <a:defRPr sz="8000"/>
            </a:lvl1pPr>
          </a:lstStyle>
          <a:p>
            <a:r>
              <a:rPr dirty="0"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idx="1" type="subTitle"/>
          </p:nvPr>
        </p:nvSpPr>
        <p:spPr>
          <a:xfrm>
            <a:off x="576072" y="4727448"/>
            <a:ext cx="11036808" cy="1481328"/>
          </a:xfrm>
        </p:spPr>
        <p:txBody>
          <a:bodyPr numCol="1">
            <a:normAutofit/>
          </a:bodyPr>
          <a:lstStyle>
            <a:lvl1pPr algn="l" indent="0" marL="0">
              <a:buNone/>
              <a:defRPr sz="28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dirty="0"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idx="10" sz="half" type="dt"/>
          </p:nvPr>
        </p:nvSpPr>
        <p:spPr>
          <a:xfrm>
            <a:off x="576072" y="6356350"/>
            <a:ext cx="2743200" cy="365125"/>
          </a:xfrm>
        </p:spPr>
        <p:txBody>
          <a:bodyPr numCol="1"/>
          <a:lstStyle/>
          <a:p>
            <a:fld id="{965A7A7B-B71A-428D-833F-0F3507A6DB13}" type="datetimeFigureOut">
              <a:rPr dirty="0" lang="en-US"/>
              <a:t>3/22/2026</a:t>
            </a:fld>
            <a:endParaRPr dirty="0"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idx="11" sz="quarter" type="ftr"/>
          </p:nvPr>
        </p:nvSpPr>
        <p:spPr/>
        <p:txBody>
          <a:bodyPr numCol="1"/>
          <a:lstStyle/>
          <a:p>
            <a:endParaRPr dirty="0"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idx="12" sz="quarter" type="sldNum"/>
          </p:nvPr>
        </p:nvSpPr>
        <p:spPr>
          <a:xfrm>
            <a:off x="8869680" y="6356350"/>
            <a:ext cx="2743200" cy="365125"/>
          </a:xfrm>
        </p:spPr>
        <p:txBody>
          <a:bodyPr numCol="1"/>
          <a:lstStyle/>
          <a:p>
            <a:fld id="{A65A5C87-DF58-40C8-B092-1DE63DB4547E}" type="slidenum">
              <a:rPr dirty="0" lang="en-US"/>
              <a:t>‹#›</a:t>
            </a:fld>
            <a:endParaRPr dirty="0"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777281079"/>
      </p:ext>
    </p:extLst>
  </p:cSld>
  <p:clrMapOvr>
    <a:masterClrMapping/>
  </p:clrMapOvr>
  <p:hf ftr="0" hdr="0" sldNum="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algn="tl" blurRad="50800" dir="2700000" dist="38100"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numCol="1">
            <a:normAutofit/>
          </a:bodyPr>
          <a:lstStyle>
            <a:lvl1pPr>
              <a:defRPr sz="4000"/>
            </a:lvl1pPr>
          </a:lstStyle>
          <a:p>
            <a:r>
              <a:rPr dirty="0"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numCol="1"/>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idx="10" sz="half" type="dt"/>
          </p:nvPr>
        </p:nvSpPr>
        <p:spPr>
          <a:xfrm>
            <a:off x="1115568" y="6356350"/>
            <a:ext cx="2743200" cy="365125"/>
          </a:xfrm>
        </p:spPr>
        <p:txBody>
          <a:bodyPr numCol="1"/>
          <a:lstStyle/>
          <a:p>
            <a:fld id="{5CF65307-640F-4AE7-B0BE-50C709AD86C5}" type="datetimeFigureOut">
              <a:rPr dirty="0" lang="en-US"/>
              <a:t>3/22/2026</a:t>
            </a:fld>
            <a:endParaRPr dirty="0"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idx="11" sz="quarter" type="ftr"/>
          </p:nvPr>
        </p:nvSpPr>
        <p:spPr/>
        <p:txBody>
          <a:bodyPr numCol="1"/>
          <a:lstStyle/>
          <a:p>
            <a:endParaRPr dirty="0"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idx="12" sz="quarter" type="sldNum"/>
          </p:nvPr>
        </p:nvSpPr>
        <p:spPr>
          <a:xfrm>
            <a:off x="8540496" y="6356350"/>
            <a:ext cx="2743200" cy="365125"/>
          </a:xfrm>
        </p:spPr>
        <p:txBody>
          <a:bodyPr numCol="1"/>
          <a:lstStyle/>
          <a:p>
            <a:fld id="{A65A5C87-DF58-40C8-B092-1DE63DB4547E}" type="slidenum">
              <a:rPr dirty="0" lang="en-US"/>
              <a:t>‹#›</a:t>
            </a:fld>
            <a:endParaRPr dirty="0" lang="en-US"/>
          </a:p>
        </p:txBody>
      </p:sp>
    </p:spTree>
    <p:extLst>
      <p:ext uri="{BB962C8B-B14F-4D97-AF65-F5344CB8AC3E}">
        <p14:creationId xmlns:p14="http://schemas.microsoft.com/office/powerpoint/2010/main" val="1802623611"/>
      </p:ext>
    </p:extLst>
  </p:cSld>
  <p:clrMapOvr>
    <a:masterClrMapping/>
  </p:clrMapOvr>
  <p:hf ftr="0" hdr="0" sldNum="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algn="tl" blurRad="50800" dir="2700000" dist="38100"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numCol="1">
            <a:normAutofit/>
          </a:bodyPr>
          <a:lstStyle>
            <a:lvl1pPr>
              <a:defRPr sz="6600"/>
            </a:lvl1pPr>
          </a:lstStyle>
          <a:p>
            <a:r>
              <a:rPr dirty="0"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idx="1" type="body"/>
          </p:nvPr>
        </p:nvSpPr>
        <p:spPr>
          <a:xfrm>
            <a:off x="841248" y="5102352"/>
            <a:ext cx="10607040" cy="585216"/>
          </a:xfrm>
        </p:spPr>
        <p:txBody>
          <a:bodyPr anchor="ctr" numCol="1">
            <a:normAutofit/>
          </a:bodyPr>
          <a:lstStyle>
            <a:lvl1pPr indent="0" marL="0">
              <a:buNone/>
              <a:defRPr sz="2000">
                <a:solidFill>
                  <a:schemeClr val="tx1"/>
                </a:solidFill>
              </a:defRPr>
            </a:lvl1pPr>
            <a:lvl2pPr indent="0" marL="457200">
              <a:buNone/>
              <a:defRPr sz="20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dirty="0"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idx="10" sz="half" type="dt"/>
          </p:nvPr>
        </p:nvSpPr>
        <p:spPr/>
        <p:txBody>
          <a:bodyPr numCol="1"/>
          <a:lstStyle/>
          <a:p>
            <a:fld id="{F77EA1F9-1F0F-4C65-8F6E-9729B924AAAC}" type="datetimeFigureOut">
              <a:rPr dirty="0" lang="en-US"/>
              <a:t>3/22/2026</a:t>
            </a:fld>
            <a:endParaRPr dirty="0"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idx="11" sz="quarter" type="ftr"/>
          </p:nvPr>
        </p:nvSpPr>
        <p:spPr/>
        <p:txBody>
          <a:bodyPr numCol="1"/>
          <a:lstStyle/>
          <a:p>
            <a:endParaRPr dirty="0"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idx="12" sz="quarter" type="sldNum"/>
          </p:nvPr>
        </p:nvSpPr>
        <p:spPr/>
        <p:txBody>
          <a:bodyPr numCol="1"/>
          <a:lstStyle/>
          <a:p>
            <a:fld id="{A65A5C87-DF58-40C8-B092-1DE63DB4547E}" type="slidenum">
              <a:rPr dirty="0" lang="en-US"/>
              <a:t>‹#›</a:t>
            </a:fld>
            <a:endParaRPr dirty="0" lang="en-US"/>
          </a:p>
        </p:txBody>
      </p:sp>
    </p:spTree>
    <p:extLst>
      <p:ext uri="{BB962C8B-B14F-4D97-AF65-F5344CB8AC3E}">
        <p14:creationId xmlns:p14="http://schemas.microsoft.com/office/powerpoint/2010/main" val="2836608202"/>
      </p:ext>
    </p:extLst>
  </p:cSld>
  <p:clrMapOvr>
    <a:masterClrMapping/>
  </p:clrMapOvr>
  <p:hf ftr="0" hdr="0" sldNum="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algn="tl" blurRad="50800" dir="2700000" dist="38100"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numCol="1">
            <a:normAutofit/>
          </a:bodyPr>
          <a:lstStyle>
            <a:lvl1pPr>
              <a:defRPr sz="4000"/>
            </a:lvl1pPr>
          </a:lstStyle>
          <a:p>
            <a:r>
              <a:rPr dirty="0"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idx="1" sz="half"/>
          </p:nvPr>
        </p:nvSpPr>
        <p:spPr>
          <a:xfrm>
            <a:off x="1115568" y="2478024"/>
            <a:ext cx="4937760" cy="3694176"/>
          </a:xfrm>
        </p:spPr>
        <p:txBody>
          <a:bodyPr numCol="1"/>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idx="2" sz="half"/>
          </p:nvPr>
        </p:nvSpPr>
        <p:spPr>
          <a:xfrm>
            <a:off x="6345936" y="2478024"/>
            <a:ext cx="4937760" cy="3694176"/>
          </a:xfrm>
        </p:spPr>
        <p:txBody>
          <a:bodyPr numCol="1"/>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idx="10" sz="half" type="dt"/>
          </p:nvPr>
        </p:nvSpPr>
        <p:spPr>
          <a:xfrm>
            <a:off x="1115568" y="6356350"/>
            <a:ext cx="2743200" cy="365125"/>
          </a:xfrm>
        </p:spPr>
        <p:txBody>
          <a:bodyPr numCol="1"/>
          <a:lstStyle/>
          <a:p>
            <a:fld id="{202278E8-5F4B-47D5-A617-8CCDF75D6A33}" type="datetimeFigureOut">
              <a:rPr dirty="0" lang="en-US"/>
              <a:t>3/22/2026</a:t>
            </a:fld>
            <a:endParaRPr dirty="0"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idx="11" sz="quarter" type="ftr"/>
          </p:nvPr>
        </p:nvSpPr>
        <p:spPr/>
        <p:txBody>
          <a:bodyPr numCol="1"/>
          <a:lstStyle/>
          <a:p>
            <a:endParaRPr dirty="0"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idx="12" sz="quarter" type="sldNum"/>
          </p:nvPr>
        </p:nvSpPr>
        <p:spPr>
          <a:xfrm>
            <a:off x="8540496" y="6356350"/>
            <a:ext cx="2743200" cy="365125"/>
          </a:xfrm>
        </p:spPr>
        <p:txBody>
          <a:bodyPr numCol="1"/>
          <a:lstStyle/>
          <a:p>
            <a:fld id="{A65A5C87-DF58-40C8-B092-1DE63DB4547E}" type="slidenum">
              <a:rPr dirty="0" lang="en-US"/>
              <a:t>‹#›</a:t>
            </a:fld>
            <a:endParaRPr dirty="0" lang="en-US"/>
          </a:p>
        </p:txBody>
      </p:sp>
    </p:spTree>
    <p:extLst>
      <p:ext uri="{BB962C8B-B14F-4D97-AF65-F5344CB8AC3E}">
        <p14:creationId xmlns:p14="http://schemas.microsoft.com/office/powerpoint/2010/main" val="1115248563"/>
      </p:ext>
    </p:extLst>
  </p:cSld>
  <p:clrMapOvr>
    <a:masterClrMapping/>
  </p:clrMapOvr>
  <p:hf ftr="0" hdr="0" sldNum="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algn="tl" blurRad="50800" dir="2700000" dist="38100"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numCol="1">
            <a:normAutofit/>
          </a:bodyPr>
          <a:lstStyle>
            <a:lvl1pPr>
              <a:defRPr sz="4000"/>
            </a:lvl1pPr>
          </a:lstStyle>
          <a:p>
            <a:r>
              <a:rPr dirty="0"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idx="1" type="body"/>
          </p:nvPr>
        </p:nvSpPr>
        <p:spPr>
          <a:xfrm>
            <a:off x="1115568" y="2372650"/>
            <a:ext cx="4937760" cy="823912"/>
          </a:xfrm>
        </p:spPr>
        <p:txBody>
          <a:bodyPr anchor="b" numCol="1"/>
          <a:lstStyle>
            <a:lvl1pPr indent="0" marL="0">
              <a:buNone/>
              <a:defRPr b="1" baseline="0" cap="none"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dirty="0"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idx="2" sz="half"/>
          </p:nvPr>
        </p:nvSpPr>
        <p:spPr>
          <a:xfrm>
            <a:off x="1115568" y="3203688"/>
            <a:ext cx="4937760" cy="2968512"/>
          </a:xfrm>
        </p:spPr>
        <p:txBody>
          <a:bodyPr numCol="1"/>
          <a:lstStyle>
            <a:lvl1pPr>
              <a:defRPr sz="2400"/>
            </a:lvl1pPr>
            <a:lvl2pPr>
              <a:defRPr sz="2000"/>
            </a:lvl2pPr>
            <a:lvl3pPr>
              <a:defRPr sz="1800"/>
            </a:lvl3p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idx="3" sz="quarter" type="body"/>
          </p:nvPr>
        </p:nvSpPr>
        <p:spPr>
          <a:xfrm>
            <a:off x="6345936" y="2372650"/>
            <a:ext cx="4937760" cy="823912"/>
          </a:xfrm>
        </p:spPr>
        <p:txBody>
          <a:bodyPr anchor="b" numCol="1"/>
          <a:lstStyle>
            <a:lvl1pPr indent="0" marL="0">
              <a:buNone/>
              <a:defRPr b="1" baseline="0" cap="none"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dirty="0"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idx="4" sz="quarter"/>
          </p:nvPr>
        </p:nvSpPr>
        <p:spPr>
          <a:xfrm>
            <a:off x="6345936" y="3203687"/>
            <a:ext cx="4937760" cy="2968511"/>
          </a:xfrm>
        </p:spPr>
        <p:txBody>
          <a:bodyPr numCol="1"/>
          <a:lstStyle>
            <a:lvl1pPr>
              <a:defRPr sz="2400"/>
            </a:lvl1pPr>
            <a:lvl2pPr>
              <a:defRPr sz="2000"/>
            </a:lvl2pPr>
            <a:lvl3pPr>
              <a:defRPr sz="1800"/>
            </a:lvl3p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idx="10" sz="half" type="dt"/>
          </p:nvPr>
        </p:nvSpPr>
        <p:spPr>
          <a:xfrm>
            <a:off x="1115568" y="6356350"/>
            <a:ext cx="2743200" cy="365125"/>
          </a:xfrm>
        </p:spPr>
        <p:txBody>
          <a:bodyPr numCol="1"/>
          <a:lstStyle/>
          <a:p>
            <a:fld id="{16AAFA52-7A21-407F-8339-40DF182D7460}" type="datetimeFigureOut">
              <a:rPr dirty="0" lang="en-US"/>
              <a:t>3/22/2026</a:t>
            </a:fld>
            <a:endParaRPr dirty="0"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idx="11" sz="quarter" type="ftr"/>
          </p:nvPr>
        </p:nvSpPr>
        <p:spPr/>
        <p:txBody>
          <a:bodyPr numCol="1"/>
          <a:lstStyle/>
          <a:p>
            <a:endParaRPr dirty="0"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idx="12" sz="quarter" type="sldNum"/>
          </p:nvPr>
        </p:nvSpPr>
        <p:spPr>
          <a:xfrm>
            <a:off x="8540496" y="6356350"/>
            <a:ext cx="2743200" cy="365125"/>
          </a:xfrm>
        </p:spPr>
        <p:txBody>
          <a:bodyPr numCol="1"/>
          <a:lstStyle/>
          <a:p>
            <a:fld id="{A65A5C87-DF58-40C8-B092-1DE63DB4547E}" type="slidenum">
              <a:rPr dirty="0" lang="en-US"/>
              <a:t>‹#›</a:t>
            </a:fld>
            <a:endParaRPr dirty="0" lang="en-US"/>
          </a:p>
        </p:txBody>
      </p:sp>
    </p:spTree>
    <p:extLst>
      <p:ext uri="{BB962C8B-B14F-4D97-AF65-F5344CB8AC3E}">
        <p14:creationId xmlns:p14="http://schemas.microsoft.com/office/powerpoint/2010/main" val="207262554"/>
      </p:ext>
    </p:extLst>
  </p:cSld>
  <p:clrMapOvr>
    <a:masterClrMapping/>
  </p:clrMapOvr>
  <p:hf ftr="0" hdr="0" sldNum="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algn="tl" blurRad="50800" dir="2700000" dist="38100"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numCol="1">
            <a:normAutofit/>
          </a:bodyPr>
          <a:lstStyle>
            <a:lvl1pPr>
              <a:defRPr sz="5400"/>
            </a:lvl1pPr>
          </a:lstStyle>
          <a:p>
            <a:r>
              <a:rPr dirty="0"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idx="10" sz="half" type="dt"/>
          </p:nvPr>
        </p:nvSpPr>
        <p:spPr/>
        <p:txBody>
          <a:bodyPr numCol="1"/>
          <a:lstStyle/>
          <a:p>
            <a:fld id="{96770335-1C1A-4243-9BDD-9630C417D284}" type="datetimeFigureOut">
              <a:rPr dirty="0" lang="en-US"/>
              <a:t>3/22/2026</a:t>
            </a:fld>
            <a:endParaRPr dirty="0"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idx="11" sz="quarter" type="ftr"/>
          </p:nvPr>
        </p:nvSpPr>
        <p:spPr/>
        <p:txBody>
          <a:bodyPr numCol="1"/>
          <a:lstStyle/>
          <a:p>
            <a:endParaRPr dirty="0"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idx="12" sz="quarter" type="sldNum"/>
          </p:nvPr>
        </p:nvSpPr>
        <p:spPr/>
        <p:txBody>
          <a:bodyPr numCol="1"/>
          <a:lstStyle/>
          <a:p>
            <a:fld id="{A65A5C87-DF58-40C8-B092-1DE63DB4547E}" type="slidenum">
              <a:rPr dirty="0" lang="en-US"/>
              <a:t>‹#›</a:t>
            </a:fld>
            <a:endParaRPr dirty="0" lang="en-US"/>
          </a:p>
        </p:txBody>
      </p:sp>
    </p:spTree>
    <p:extLst>
      <p:ext uri="{BB962C8B-B14F-4D97-AF65-F5344CB8AC3E}">
        <p14:creationId xmlns:p14="http://schemas.microsoft.com/office/powerpoint/2010/main" val="3719163838"/>
      </p:ext>
    </p:extLst>
  </p:cSld>
  <p:clrMapOvr>
    <a:masterClrMapping/>
  </p:clrMapOvr>
  <p:hf ftr="0" hdr="0" sldNum="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idx="10" sz="half" type="dt"/>
          </p:nvPr>
        </p:nvSpPr>
        <p:spPr/>
        <p:txBody>
          <a:bodyPr numCol="1"/>
          <a:lstStyle/>
          <a:p>
            <a:fld id="{0141513F-8EBD-4612-96F4-CC3E309609AF}" type="datetimeFigureOut">
              <a:rPr dirty="0" lang="en-US"/>
              <a:t>3/22/2026</a:t>
            </a:fld>
            <a:endParaRPr dirty="0"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idx="11" sz="quarter" type="ftr"/>
          </p:nvPr>
        </p:nvSpPr>
        <p:spPr/>
        <p:txBody>
          <a:bodyPr numCol="1"/>
          <a:lstStyle/>
          <a:p>
            <a:endParaRPr dirty="0"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idx="12" sz="quarter" type="sldNum"/>
          </p:nvPr>
        </p:nvSpPr>
        <p:spPr/>
        <p:txBody>
          <a:bodyPr numCol="1"/>
          <a:lstStyle/>
          <a:p>
            <a:fld id="{A65A5C87-DF58-40C8-B092-1DE63DB4547E}" type="slidenum">
              <a:rPr dirty="0" lang="en-US"/>
              <a:t>‹#›</a:t>
            </a:fld>
            <a:endParaRPr dirty="0" lang="en-US"/>
          </a:p>
        </p:txBody>
      </p:sp>
    </p:spTree>
    <p:extLst>
      <p:ext uri="{BB962C8B-B14F-4D97-AF65-F5344CB8AC3E}">
        <p14:creationId xmlns:p14="http://schemas.microsoft.com/office/powerpoint/2010/main" val="2873286157"/>
      </p:ext>
    </p:extLst>
  </p:cSld>
  <p:clrMapOvr>
    <a:masterClrMapping/>
  </p:clrMapOvr>
  <p:hf ftr="0" hdr="0" sldNum="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algn="tl" blurRad="50800" dir="2700000" dist="38100"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anchor="t" numCol="1" tIns="45720">
            <a:normAutofit/>
          </a:bodyPr>
          <a:lstStyle>
            <a:lvl1pPr>
              <a:lnSpc>
                <a:spcPct val="100000"/>
              </a:lnSpc>
              <a:defRPr sz="3400"/>
            </a:lvl1pPr>
          </a:lstStyle>
          <a:p>
            <a:r>
              <a:rPr dirty="0"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numCol="1"/>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idx="2" sz="half" type="body"/>
          </p:nvPr>
        </p:nvSpPr>
        <p:spPr>
          <a:xfrm>
            <a:off x="868680" y="3429000"/>
            <a:ext cx="3099816" cy="2066544"/>
          </a:xfrm>
        </p:spPr>
        <p:txBody>
          <a:bodyPr numCol="1">
            <a:normAutofit/>
          </a:bodyPr>
          <a:lstStyle>
            <a:lvl1pPr indent="0" marL="0">
              <a:buNone/>
              <a:defRPr sz="18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dirty="0"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idx="10" sz="half" type="dt"/>
          </p:nvPr>
        </p:nvSpPr>
        <p:spPr>
          <a:xfrm>
            <a:off x="868680" y="6356350"/>
            <a:ext cx="2743200" cy="365125"/>
          </a:xfrm>
        </p:spPr>
        <p:txBody>
          <a:bodyPr numCol="1"/>
          <a:lstStyle/>
          <a:p>
            <a:fld id="{6E6483A1-31A8-47A2-AB0A-53A7803D5EBF}" type="datetimeFigureOut">
              <a:rPr dirty="0" lang="en-US"/>
              <a:t>3/22/2026</a:t>
            </a:fld>
            <a:endParaRPr dirty="0"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idx="11" sz="quarter" type="ftr"/>
          </p:nvPr>
        </p:nvSpPr>
        <p:spPr/>
        <p:txBody>
          <a:bodyPr numCol="1"/>
          <a:lstStyle/>
          <a:p>
            <a:endParaRPr dirty="0"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idx="12" sz="quarter" type="sldNum"/>
          </p:nvPr>
        </p:nvSpPr>
        <p:spPr/>
        <p:txBody>
          <a:bodyPr numCol="1"/>
          <a:lstStyle/>
          <a:p>
            <a:fld id="{A65A5C87-DF58-40C8-B092-1DE63DB4547E}" type="slidenum">
              <a:rPr dirty="0" lang="en-US"/>
              <a:t>‹#›</a:t>
            </a:fld>
            <a:endParaRPr dirty="0" lang="en-US"/>
          </a:p>
        </p:txBody>
      </p:sp>
    </p:spTree>
    <p:extLst>
      <p:ext uri="{BB962C8B-B14F-4D97-AF65-F5344CB8AC3E}">
        <p14:creationId xmlns:p14="http://schemas.microsoft.com/office/powerpoint/2010/main" val="1863916186"/>
      </p:ext>
    </p:extLst>
  </p:cSld>
  <p:clrMapOvr>
    <a:masterClrMapping/>
  </p:clrMapOvr>
  <p:hf ftr="0" hdr="0" sldNum="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algn="tl" blurRad="50800" dir="2700000" dist="38100"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anchor="t" numCol="1" tIns="45720">
            <a:normAutofit/>
          </a:bodyPr>
          <a:lstStyle>
            <a:lvl1pPr>
              <a:lnSpc>
                <a:spcPct val="100000"/>
              </a:lnSpc>
              <a:defRPr sz="3400"/>
            </a:lvl1pPr>
          </a:lstStyle>
          <a:p>
            <a:r>
              <a:rPr dirty="0"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ChangeAspect="1" noGrp="1"/>
          </p:cNvSpPr>
          <p:nvPr>
            <p:ph idx="1" type="pic"/>
          </p:nvPr>
        </p:nvSpPr>
        <p:spPr>
          <a:xfrm>
            <a:off x="4965192" y="1161288"/>
            <a:ext cx="6729984" cy="4645152"/>
          </a:xfrm>
        </p:spPr>
        <p:txBody>
          <a:bodyPr anchor="t" numCol="1">
            <a:normAutofit/>
          </a:bodyPr>
          <a:lstStyle>
            <a:lvl1pPr indent="0" marL="0">
              <a:buNone/>
              <a:defRPr sz="28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dirty="0" lang="en-US"/>
          </a:p>
        </p:txBody>
      </p:sp>
      <p:sp>
        <p:nvSpPr>
          <p:cNvPr id="4" name="Text Placeholder 3">
            <a:extLst>
              <a:ext uri="{FF2B5EF4-FFF2-40B4-BE49-F238E27FC236}">
                <a16:creationId xmlns:a16="http://schemas.microsoft.com/office/drawing/2014/main" id="{1BC9EF2E-A8CD-41A1-B11A-0D8842797A98}"/>
              </a:ext>
            </a:extLst>
          </p:cNvPr>
          <p:cNvSpPr>
            <a:spLocks noGrp="1"/>
          </p:cNvSpPr>
          <p:nvPr>
            <p:ph idx="2" sz="half" type="body"/>
          </p:nvPr>
        </p:nvSpPr>
        <p:spPr>
          <a:xfrm>
            <a:off x="868680" y="3438144"/>
            <a:ext cx="3099816" cy="2057400"/>
          </a:xfrm>
        </p:spPr>
        <p:txBody>
          <a:bodyPr numCol="1">
            <a:normAutofit/>
          </a:bodyPr>
          <a:lstStyle>
            <a:lvl1pPr indent="0" marL="0">
              <a:buNone/>
              <a:defRPr sz="18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dirty="0"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idx="10" sz="half" type="dt"/>
          </p:nvPr>
        </p:nvSpPr>
        <p:spPr>
          <a:xfrm>
            <a:off x="868680" y="6356350"/>
            <a:ext cx="2743200" cy="365125"/>
          </a:xfrm>
        </p:spPr>
        <p:txBody>
          <a:bodyPr numCol="1"/>
          <a:lstStyle/>
          <a:p>
            <a:fld id="{6D8810B9-2C7C-4CAF-99E2-617AE20BA331}" type="datetimeFigureOut">
              <a:rPr dirty="0" lang="en-US"/>
              <a:t>3/22/2026</a:t>
            </a:fld>
            <a:endParaRPr dirty="0"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idx="11" sz="quarter" type="ftr"/>
          </p:nvPr>
        </p:nvSpPr>
        <p:spPr/>
        <p:txBody>
          <a:bodyPr numCol="1"/>
          <a:lstStyle/>
          <a:p>
            <a:endParaRPr dirty="0"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idx="12" sz="quarter" type="sldNum"/>
          </p:nvPr>
        </p:nvSpPr>
        <p:spPr/>
        <p:txBody>
          <a:bodyPr numCol="1"/>
          <a:lstStyle/>
          <a:p>
            <a:fld id="{A65A5C87-DF58-40C8-B092-1DE63DB4547E}" type="slidenum">
              <a:rPr dirty="0" lang="en-US"/>
              <a:t>‹#›</a:t>
            </a:fld>
            <a:endParaRPr dirty="0" lang="en-US"/>
          </a:p>
        </p:txBody>
      </p:sp>
    </p:spTree>
    <p:extLst>
      <p:ext uri="{BB962C8B-B14F-4D97-AF65-F5344CB8AC3E}">
        <p14:creationId xmlns:p14="http://schemas.microsoft.com/office/powerpoint/2010/main" val="4240101863"/>
      </p:ext>
    </p:extLst>
  </p:cSld>
  <p:clrMapOvr>
    <a:masterClrMapping/>
  </p:clrMapOvr>
  <p:hf ftr="0" hdr="0" sldNum="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numCol="1"/>
          <a:lstStyle/>
          <a:p>
            <a:r>
              <a:rPr dirty="0"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idx="1" orient="vert" type="body"/>
          </p:nvPr>
        </p:nvSpPr>
        <p:spPr/>
        <p:txBody>
          <a:bodyPr numCol="1" vert="eaVert"/>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idx="10" sz="half" type="dt"/>
          </p:nvPr>
        </p:nvSpPr>
        <p:spPr/>
        <p:txBody>
          <a:bodyPr numCol="1"/>
          <a:lstStyle/>
          <a:p>
            <a:fld id="{F248F9EB-9D34-4B41-B66C-5FAF50876D2D}" type="datetimeFigureOut">
              <a:rPr dirty="0" lang="en-US"/>
              <a:t>3/22/2026</a:t>
            </a:fld>
            <a:endParaRPr dirty="0"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idx="11" sz="quarter" type="ftr"/>
          </p:nvPr>
        </p:nvSpPr>
        <p:spPr/>
        <p:txBody>
          <a:bodyPr numCol="1"/>
          <a:lstStyle/>
          <a:p>
            <a:endParaRPr dirty="0"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idx="12" sz="quarter" type="sldNum"/>
          </p:nvPr>
        </p:nvSpPr>
        <p:spPr/>
        <p:txBody>
          <a:bodyPr numCol="1"/>
          <a:lstStyle/>
          <a:p>
            <a:fld id="{A65A5C87-DF58-40C8-B092-1DE63DB4547E}" type="slidenum">
              <a:rPr dirty="0" lang="en-US"/>
              <a:t>‹#›</a:t>
            </a:fld>
            <a:endParaRPr dirty="0" lang="en-US"/>
          </a:p>
        </p:txBody>
      </p:sp>
    </p:spTree>
    <p:extLst>
      <p:ext uri="{BB962C8B-B14F-4D97-AF65-F5344CB8AC3E}">
        <p14:creationId xmlns:p14="http://schemas.microsoft.com/office/powerpoint/2010/main" val="3401993603"/>
      </p:ext>
    </p:extLst>
  </p:cSld>
  <p:clrMapOvr>
    <a:masterClrMapping/>
  </p:clrMapOvr>
  <p:hf ftr="0" hdr="0" sldNum="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orient="vert" type="title"/>
          </p:nvPr>
        </p:nvSpPr>
        <p:spPr>
          <a:xfrm>
            <a:off x="8724900" y="365125"/>
            <a:ext cx="2628900" cy="5811838"/>
          </a:xfrm>
        </p:spPr>
        <p:txBody>
          <a:bodyPr numCol="1" vert="eaVert"/>
          <a:lstStyle/>
          <a:p>
            <a:r>
              <a:rPr dirty="0"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idx="1" orient="vert" type="body"/>
          </p:nvPr>
        </p:nvSpPr>
        <p:spPr>
          <a:xfrm>
            <a:off x="838200" y="365125"/>
            <a:ext cx="7734300" cy="5811838"/>
          </a:xfrm>
        </p:spPr>
        <p:txBody>
          <a:bodyPr numCol="1" vert="eaVert"/>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idx="10" sz="half" type="dt"/>
          </p:nvPr>
        </p:nvSpPr>
        <p:spPr/>
        <p:txBody>
          <a:bodyPr numCol="1"/>
          <a:lstStyle/>
          <a:p>
            <a:fld id="{34489A26-CAA1-4690-8C1F-1641B1B97745}" type="datetimeFigureOut">
              <a:rPr dirty="0" lang="en-US"/>
              <a:t>3/22/2026</a:t>
            </a:fld>
            <a:endParaRPr dirty="0"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idx="11" sz="quarter" type="ftr"/>
          </p:nvPr>
        </p:nvSpPr>
        <p:spPr/>
        <p:txBody>
          <a:bodyPr numCol="1"/>
          <a:lstStyle/>
          <a:p>
            <a:endParaRPr dirty="0"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idx="12" sz="quarter" type="sldNum"/>
          </p:nvPr>
        </p:nvSpPr>
        <p:spPr/>
        <p:txBody>
          <a:bodyPr numCol="1"/>
          <a:lstStyle/>
          <a:p>
            <a:fld id="{A65A5C87-DF58-40C8-B092-1DE63DB4547E}" type="slidenum">
              <a:rPr dirty="0" lang="en-US"/>
              <a:t>‹#›</a:t>
            </a:fld>
            <a:endParaRPr dirty="0" lang="en-US"/>
          </a:p>
        </p:txBody>
      </p:sp>
    </p:spTree>
    <p:extLst>
      <p:ext uri="{BB962C8B-B14F-4D97-AF65-F5344CB8AC3E}">
        <p14:creationId xmlns:p14="http://schemas.microsoft.com/office/powerpoint/2010/main" val="1314849990"/>
      </p:ext>
    </p:extLst>
  </p:cSld>
  <p:clrMapOvr>
    <a:masterClrMapping/>
  </p:clrMapOvr>
  <p:hf ftr="0" hdr="0" sldNum="0"/>
</p:sldLayout>
</file>

<file path=ppt/slideMasters/_rels/slideMaster1.xml.rels><?xml version="1.0" encoding="UTF-8" standalone="yes"?><Relationships xmlns="http://schemas.openxmlformats.org/package/2006/relationships"><Relationship Id="rId12" Target="../slideLayouts/slideLayout11.xml" Type="http://schemas.openxmlformats.org/officeDocument/2006/relationships/slideLayout"/><Relationship Id="rId11" Target="../slideLayouts/slideLayout10.xml" Type="http://schemas.openxmlformats.org/officeDocument/2006/relationships/slideLayout"/><Relationship Id="rId9" Target="../slideLayouts/slideLayout8.xml" Type="http://schemas.openxmlformats.org/officeDocument/2006/relationships/slideLayout"/><Relationship Id="rId10" Target="../slideLayouts/slideLayout9.xml" Type="http://schemas.openxmlformats.org/officeDocument/2006/relationships/slideLayout"/><Relationship Id="rId8" Target="../slideLayouts/slideLayout7.xml" Type="http://schemas.openxmlformats.org/officeDocument/2006/relationships/slideLayout"/><Relationship Id="rId7" Target="../slideLayouts/slideLayout6.xml" Type="http://schemas.openxmlformats.org/officeDocument/2006/relationships/slideLayout"/><Relationship Id="rId6" Target="../slideLayouts/slideLayout5.xml" Type="http://schemas.openxmlformats.org/officeDocument/2006/relationships/slideLayout"/><Relationship Id="rId5" Target="../slideLayouts/slideLayout4.xml" Type="http://schemas.openxmlformats.org/officeDocument/2006/relationships/slideLayout"/><Relationship Id="rId4" Target="../slideLayouts/slideLayout3.xml" Type="http://schemas.openxmlformats.org/officeDocument/2006/relationships/slideLayout"/><Relationship Id="rId3" Target="../slideLayouts/slideLayout2.xml" Type="http://schemas.openxmlformats.org/officeDocument/2006/relationships/slideLayout"/><Relationship Id="rId2" Target="../slideLayouts/slideLayout1.xml" Type="http://schemas.openxmlformats.org/officeDocument/2006/relationships/slideLayout"/><Relationship Id="rId1" Target="../theme/theme1.xml" Type="http://schemas.openxmlformats.org/officeDocument/2006/relationships/theme"/></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anchor="ctr" bIns="45720" lIns="91440" numCol="1" rIns="91440" rtlCol="0" tIns="45720" vert="horz">
            <a:normAutofit/>
          </a:bodyPr>
          <a:lstStyle/>
          <a:p>
            <a:r>
              <a:rPr dirty="0"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idx="1" type="body"/>
          </p:nvPr>
        </p:nvSpPr>
        <p:spPr>
          <a:xfrm>
            <a:off x="838200" y="1825625"/>
            <a:ext cx="10515600" cy="4351338"/>
          </a:xfrm>
          <a:prstGeom prst="rect">
            <a:avLst/>
          </a:prstGeom>
        </p:spPr>
        <p:txBody>
          <a:bodyPr bIns="45720" lIns="91440" numCol="1"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idx="2" sz="half" type="dt"/>
          </p:nvPr>
        </p:nvSpPr>
        <p:spPr>
          <a:xfrm>
            <a:off x="838200" y="6356350"/>
            <a:ext cx="2743200" cy="365125"/>
          </a:xfrm>
          <a:prstGeom prst="rect">
            <a:avLst/>
          </a:prstGeom>
        </p:spPr>
        <p:txBody>
          <a:bodyPr anchor="ctr" bIns="45720" lIns="91440" numCol="1" rIns="91440" rtlCol="0" tIns="45720" vert="horz"/>
          <a:lstStyle>
            <a:lvl1pPr algn="l">
              <a:defRPr sz="1200">
                <a:solidFill>
                  <a:schemeClr val="tx1">
                    <a:tint val="75000"/>
                  </a:schemeClr>
                </a:solidFill>
              </a:defRPr>
            </a:lvl1pPr>
          </a:lstStyle>
          <a:p>
            <a:fld id="{37E93E0A-5177-400C-87C9-C93AF466EC49}" type="datetimeFigureOut">
              <a:rPr dirty="0" lang="en-US"/>
              <a:t>3/22/2026</a:t>
            </a:fld>
            <a:endParaRPr dirty="0"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idx="3" sz="quarter" type="ftr"/>
          </p:nvPr>
        </p:nvSpPr>
        <p:spPr>
          <a:xfrm>
            <a:off x="4038600" y="6356350"/>
            <a:ext cx="4114800" cy="365125"/>
          </a:xfrm>
          <a:prstGeom prst="rect">
            <a:avLst/>
          </a:prstGeom>
        </p:spPr>
        <p:txBody>
          <a:bodyPr anchor="ctr" bIns="45720" lIns="91440" numCol="1" rIns="91440" rtlCol="0" tIns="45720" vert="horz"/>
          <a:lstStyle>
            <a:lvl1pPr algn="ctr">
              <a:defRPr sz="1200">
                <a:solidFill>
                  <a:schemeClr val="tx1">
                    <a:tint val="75000"/>
                  </a:schemeClr>
                </a:solidFill>
              </a:defRPr>
            </a:lvl1pPr>
          </a:lstStyle>
          <a:p>
            <a:endParaRPr dirty="0"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idx="4" sz="quarter" type="sldNum"/>
          </p:nvPr>
        </p:nvSpPr>
        <p:spPr>
          <a:xfrm>
            <a:off x="8610600" y="6356350"/>
            <a:ext cx="2743200" cy="365125"/>
          </a:xfrm>
          <a:prstGeom prst="rect">
            <a:avLst/>
          </a:prstGeom>
        </p:spPr>
        <p:txBody>
          <a:bodyPr anchor="ctr" bIns="45720" lIns="91440" numCol="1" rIns="91440" rtlCol="0" tIns="45720" vert="horz"/>
          <a:lstStyle>
            <a:lvl1pPr algn="r">
              <a:defRPr sz="1200">
                <a:solidFill>
                  <a:schemeClr val="tx1">
                    <a:tint val="75000"/>
                  </a:schemeClr>
                </a:solidFill>
              </a:defRPr>
            </a:lvl1pPr>
          </a:lstStyle>
          <a:p>
            <a:fld id="{94917615-2DB4-4DAA-9DE3-B2B689A846E0}" type="slidenum">
              <a:rPr dirty="0" lang="en-US"/>
              <a:t>‹#›</a:t>
            </a:fld>
            <a:endParaRPr dirty="0" lang="en-US"/>
          </a:p>
        </p:txBody>
      </p:sp>
    </p:spTree>
    <p:extLst>
      <p:ext uri="{BB962C8B-B14F-4D97-AF65-F5344CB8AC3E}">
        <p14:creationId xmlns:p14="http://schemas.microsoft.com/office/powerpoint/2010/main" val="4294810551"/>
      </p:ext>
    </p:extLst>
  </p:cSld>
  <p:clrMap accent1="accent1" accent2="accent2" accent3="accent3" accent4="accent4" accent5="accent5" accent6="accent6" bg1="lt1" bg2="lt2" folHlink="folHlink" hlink="hlink" tx1="dk1" tx2="dk2"/>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ftr="0" hdr="0" sldNum="0"/>
  <p:txStyles>
    <p:titleStyle>
      <a:lvl1pPr algn="l" defTabSz="914400" eaLnBrk="1" hangingPunct="1" latinLnBrk="0" rtl="0">
        <a:lnSpc>
          <a:spcPct val="90000"/>
        </a:lnSpc>
        <a:spcBef>
          <a:spcPct val="0"/>
        </a:spcBef>
        <a:buNone/>
        <a:defRPr kern="1200" sz="4400">
          <a:solidFill>
            <a:schemeClr val="tx1"/>
          </a:solidFill>
          <a:latin typeface="+mj-lt"/>
          <a:ea typeface="+mj-ea"/>
          <a:cs typeface="+mj-cs"/>
        </a:defRPr>
      </a:lvl1pPr>
    </p:titleStyle>
    <p:bodyStyle>
      <a:lvl1pPr algn="l" defTabSz="914400" eaLnBrk="1" hangingPunct="1" indent="-228600" latinLnBrk="0" marL="228600" rtl="0">
        <a:lnSpc>
          <a:spcPct val="110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11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11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11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11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arget="../media/image1.jpeg" Type="http://schemas.openxmlformats.org/officeDocument/2006/relationships/image"/><Relationship Id="rId1" Target="../slideLayouts/slideLayout1.xml" Type="http://schemas.openxmlformats.org/officeDocument/2006/relationships/slideLayout"/></Relationships>
</file>

<file path=ppt/slides/_rels/slide2.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3.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4.xml.rels><?xml version="1.0" encoding="UTF-8" standalone="yes"?><Relationships xmlns="http://schemas.openxmlformats.org/package/2006/relationships"><Relationship Id="rId2" Target="https://www.kaggle.com/datasets/sazidthe1/world-" TargetMode="External" Type="http://schemas.openxmlformats.org/officeDocument/2006/relationships/hyperlink"/><Relationship Id="rId1" Target="../slideLayouts/slideLayout2.xml" Type="http://schemas.openxmlformats.org/officeDocument/2006/relationships/slideLayout"/></Relationships>
</file>

<file path=ppt/slides/_rels/slide5.xml.rels><?xml version="1.0" encoding="UTF-8" standalone="yes"?><Relationships xmlns="http://schemas.openxmlformats.org/package/2006/relationships"><Relationship Id="rId2" Target="../media/image2.png" Type="http://schemas.openxmlformats.org/officeDocument/2006/relationships/image"/><Relationship Id="rId1" Target="../slideLayouts/slideLayout2.xml" Type="http://schemas.openxmlformats.org/officeDocument/2006/relationships/slideLayout"/></Relationships>
</file>

<file path=ppt/slides/_rels/slide6.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7.xml.rels><?xml version="1.0" encoding="UTF-8" standalone="yes"?><Relationships xmlns="http://schemas.openxmlformats.org/package/2006/relationships"><Relationship Id="rId2" Target="../media/image3.png" Type="http://schemas.openxmlformats.org/officeDocument/2006/relationships/image"/><Relationship Id="rId1" Target="../slideLayouts/slideLayout2.xml" Type="http://schemas.openxmlformats.org/officeDocument/2006/relationships/slideLayout"/></Relationships>
</file>

<file path=ppt/slides/_rels/slide8.xml.rels><?xml version="1.0" encoding="UTF-8" standalone="yes"?><Relationships xmlns="http://schemas.openxmlformats.org/package/2006/relationships"><Relationship Id="rId2" Target="../media/image4.png" Type="http://schemas.openxmlformats.org/officeDocument/2006/relationships/image"/><Relationship Id="rId1" Target="../slideLayouts/slideLayout2.xml" Type="http://schemas.openxmlformats.org/officeDocument/2006/relationships/slideLayout"/></Relationships>
</file>

<file path=ppt/slides/_rels/slide9.xml.rels><?xml version="1.0" encoding="UTF-8" standalone="yes"?><Relationships xmlns="http://schemas.openxmlformats.org/package/2006/relationships"><Relationship Id="rId2" Target="../media/image5.png" Type="http://schemas.openxmlformats.org/officeDocument/2006/relationships/image"/><Relationship Id="rId1" Target="../slideLayouts/slideLayout9.xml" Type="http://schemas.openxmlformats.org/officeDocument/2006/relationships/slideLayout"/></Relationships>
</file>

<file path=ppt/slides/_rels/slide10.xml.rels><?xml version="1.0" encoding="UTF-8" standalone="yes"?><Relationships xmlns="http://schemas.openxmlformats.org/package/2006/relationships"><Relationship Id="rId2" Target="../media/image6.png" Type="http://schemas.openxmlformats.org/officeDocument/2006/relationships/image"/><Relationship Id="rId1" Target="../slideLayouts/slideLayout2.xml" Type="http://schemas.openxmlformats.org/officeDocument/2006/relationships/slideLayout"/></Relationships>
</file>

<file path=ppt/slides/_rels/slide11.xml.rels><?xml version="1.0" encoding="UTF-8" standalone="yes"?><Relationships xmlns="http://schemas.openxmlformats.org/package/2006/relationships"><Relationship Id="rId2" Target="../media/image7.png" Type="http://schemas.openxmlformats.org/officeDocument/2006/relationships/image"/><Relationship Id="rId1" Target="../slideLayouts/slideLayout2.xml" Type="http://schemas.openxmlformats.org/officeDocument/2006/relationships/slideLayout"/></Relationships>
</file>

<file path=ppt/slides/_rels/slide12.xml.rels><?xml version="1.0" encoding="UTF-8" standalone="yes"?><Relationships xmlns="http://schemas.openxmlformats.org/package/2006/relationships"><Relationship Id="rId2" Target="../media/image8.png" Type="http://schemas.openxmlformats.org/officeDocument/2006/relationships/image"/><Relationship Id="rId1" Target="../slideLayouts/slideLayout2.xml" Type="http://schemas.openxmlformats.org/officeDocument/2006/relationships/slideLayout"/></Relationships>
</file>

<file path=ppt/slides/_rels/slide13.xml.rels><?xml version="1.0" encoding="UTF-8" standalone="yes"?><Relationships xmlns="http://schemas.openxmlformats.org/package/2006/relationships"><Relationship Id="rId2" Target="../media/image9.png" Type="http://schemas.openxmlformats.org/officeDocument/2006/relationships/image"/><Relationship Id="rId1" Target="../slideLayouts/slideLayout2.xml" Type="http://schemas.openxmlformats.org/officeDocument/2006/relationships/slideLayout"/></Relationships>
</file>

<file path=ppt/slides/_rels/slide14.xml.rels><?xml version="1.0" encoding="UTF-8" standalone="yes"?><Relationships xmlns="http://schemas.openxmlformats.org/package/2006/relationships"><Relationship Id="rId2" Target="../media/image10.png" Type="http://schemas.openxmlformats.org/officeDocument/2006/relationships/image"/><Relationship Id="rId1" Target="../slideLayouts/slideLayout2.xml" Type="http://schemas.openxmlformats.org/officeDocument/2006/relationships/slideLayout"/></Relationships>
</file>

<file path=ppt/slides/_rels/slide15.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16.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17.xml.rels><?xml version="1.0" encoding="UTF-8" standalone="yes"?><Relationships xmlns="http://schemas.openxmlformats.org/package/2006/relationships"><Relationship Id="rId2" Target="../media/image11.png" Type="http://schemas.openxmlformats.org/officeDocument/2006/relationships/image"/><Relationship Id="rId1" Target="../slideLayouts/slideLayout6.xml" Type="http://schemas.openxmlformats.org/officeDocument/2006/relationships/slideLayout"/></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6" name="Picture 85">
            <a:extLst>
              <a:ext uri="{FF2B5EF4-FFF2-40B4-BE49-F238E27FC236}">
                <a16:creationId xmlns:a16="http://schemas.microsoft.com/office/drawing/2014/main" id="{BCF676D4-CF13-B31A-63B6-DEC0E5702B64}"/>
              </a:ext>
            </a:extLst>
          </p:cNvPr>
          <p:cNvPicPr>
            <a:picLocks noChangeAspect="1"/>
          </p:cNvPicPr>
          <p:nvPr/>
        </p:nvPicPr>
        <p:blipFill>
          <a:blip r:embed="rId2">
            <a:alphaModFix amt="70000"/>
          </a:blip>
          <a:srcRect b="6266" r="6"/>
          <a:stretch>
            <a:fillRect/>
          </a:stretch>
        </p:blipFill>
        <p:spPr>
          <a:xfrm>
            <a:off x="20" y="10"/>
            <a:ext cx="12188932" cy="6856614"/>
          </a:xfrm>
          <a:prstGeom prst="rect">
            <a:avLst/>
          </a:prstGeom>
        </p:spPr>
      </p:pic>
      <p:sp>
        <p:nvSpPr>
          <p:cNvPr id="2" name="Title 1"/>
          <p:cNvSpPr>
            <a:spLocks noGrp="1"/>
          </p:cNvSpPr>
          <p:nvPr>
            <p:ph type="ctrTitle"/>
          </p:nvPr>
        </p:nvSpPr>
        <p:spPr>
          <a:xfrm>
            <a:off x="996275" y="744909"/>
            <a:ext cx="10190071" cy="2093092"/>
          </a:xfrm>
        </p:spPr>
        <p:txBody>
          <a:bodyPr anchor="b" numCol="1">
            <a:normAutofit/>
          </a:bodyPr>
          <a:lstStyle/>
          <a:p>
            <a:r>
              <a:rPr altLang="en-GB" i="1" lang="en-GB" sz="5200">
                <a:solidFill>
                  <a:schemeClr val="tx2"/>
                </a:solidFill>
              </a:rPr>
              <a:t>Population Growth Analysis</a:t>
            </a:r>
          </a:p>
        </p:txBody>
      </p:sp>
      <p:sp>
        <p:nvSpPr>
          <p:cNvPr id="3" name="Subtitle 2"/>
          <p:cNvSpPr>
            <a:spLocks noGrp="1"/>
          </p:cNvSpPr>
          <p:nvPr>
            <p:ph idx="1" type="subTitle"/>
          </p:nvPr>
        </p:nvSpPr>
        <p:spPr>
          <a:xfrm>
            <a:off x="1218708" y="4069780"/>
            <a:ext cx="9781327" cy="2056617"/>
          </a:xfrm>
        </p:spPr>
        <p:txBody>
          <a:bodyPr anchor="t" numCol="1">
            <a:normAutofit/>
          </a:bodyPr>
          <a:lstStyle/>
          <a:p>
            <a:endParaRPr altLang="en-GB" lang="en-GB" sz="2200">
              <a:solidFill>
                <a:srgbClr val="FFFFFF"/>
              </a:solidFill>
            </a:endParaRPr>
          </a:p>
          <a:p>
            <a:endParaRPr altLang="en-GB" dirty="0" lang="en-GB" sz="2200">
              <a:solidFill>
                <a:srgbClr val="FFFFFF"/>
              </a:solidFill>
            </a:endParaRPr>
          </a:p>
        </p:txBody>
      </p:sp>
      <p:sp>
        <p:nvSpPr>
          <p:cNvPr id="5" name="TextBox 4">
            <a:extLst>
              <a:ext uri="{FF2B5EF4-FFF2-40B4-BE49-F238E27FC236}">
                <a16:creationId xmlns:a16="http://schemas.microsoft.com/office/drawing/2014/main" id="{20ACFF54-FBCC-D617-6468-D013C507F7AD}"/>
              </a:ext>
            </a:extLst>
          </p:cNvPr>
          <p:cNvSpPr txBox="1"/>
          <p:nvPr/>
        </p:nvSpPr>
        <p:spPr>
          <a:xfrm>
            <a:off x="5182704" y="4079047"/>
            <a:ext cx="5820929" cy="1938992"/>
          </a:xfrm>
          <a:prstGeom prst="rect">
            <a:avLst/>
          </a:prstGeom>
          <a:noFill/>
        </p:spPr>
        <p:txBody>
          <a:bodyPr anchor="t" anchorCtr="0" bIns="45720" compatLnSpc="1" forceAA="0" fromWordArt="0" horzOverflow="overflow" lIns="91440" numCol="1" rIns="91440" rot="0" rtlCol="0" spcCol="0" spcFirstLastPara="0" tIns="45720" vert="horz" vertOverflow="overflow" wrap="square">
            <a:prstTxWarp prst="textNoShape">
              <a:avLst/>
            </a:prstTxWarp>
            <a:spAutoFit/>
          </a:bodyPr>
          <a:lstStyle/>
          <a:p>
            <a:r>
              <a:rPr altLang="en-GB" b="1" i="1" lang="en-GB" sz="2000"/>
              <a:t>                       Team members</a:t>
            </a:r>
          </a:p>
          <a:p>
            <a:endParaRPr altLang="en-GB" b="1" dirty="0" i="1" lang="en-GB" sz="2000"/>
          </a:p>
          <a:p>
            <a:r>
              <a:rPr altLang="en-GB" b="1" i="1" lang="en-GB" sz="2000"/>
              <a:t>      Jeevan Jyothi Malik - 2411021060959</a:t>
            </a:r>
          </a:p>
          <a:p>
            <a:r>
              <a:rPr altLang="en-GB" b="1" dirty="0" i="1" lang="en-GB" sz="2000"/>
              <a:t>     </a:t>
            </a:r>
            <a:r>
              <a:rPr altLang="en-GB" b="1" i="1" lang="en-GB" sz="2000"/>
              <a:t>Akash P Achar - 2411021060956</a:t>
            </a:r>
            <a:endParaRPr lang="en-US" sz="2000"/>
          </a:p>
          <a:p>
            <a:r>
              <a:rPr altLang="en-GB" b="1" i="1" lang="en-GB" sz="2000"/>
              <a:t>     M Karan Raju - 2411021060144</a:t>
            </a:r>
          </a:p>
          <a:p>
            <a:r>
              <a:rPr altLang="en-GB" b="1" i="1" lang="en-GB" sz="2000"/>
              <a:t>     Harin N  -  2411021060391</a:t>
            </a:r>
            <a:endParaRPr altLang="en-GB" b="1" dirty="0" i="1" lang="en-GB" sz="200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FD89D-B946-E9F0-E6EA-53A83FF08633}"/>
              </a:ext>
            </a:extLst>
          </p:cNvPr>
          <p:cNvSpPr>
            <a:spLocks noGrp="1"/>
          </p:cNvSpPr>
          <p:nvPr>
            <p:ph type="title"/>
          </p:nvPr>
        </p:nvSpPr>
        <p:spPr/>
        <p:txBody>
          <a:bodyPr numCol="1"/>
          <a:lstStyle/>
          <a:p>
            <a:r>
              <a:rPr altLang="en-GB" b="1" i="1" lang="en-GB"/>
              <a:t>Introduction</a:t>
            </a:r>
          </a:p>
        </p:txBody>
      </p:sp>
      <p:sp>
        <p:nvSpPr>
          <p:cNvPr id="3" name="Content Placeholder 2">
            <a:extLst>
              <a:ext uri="{FF2B5EF4-FFF2-40B4-BE49-F238E27FC236}">
                <a16:creationId xmlns:a16="http://schemas.microsoft.com/office/drawing/2014/main" id="{675DAE3B-28EA-BD3B-CF34-4529F856DDEA}"/>
              </a:ext>
            </a:extLst>
          </p:cNvPr>
          <p:cNvSpPr>
            <a:spLocks noGrp="1"/>
          </p:cNvSpPr>
          <p:nvPr>
            <p:ph idx="1"/>
          </p:nvPr>
        </p:nvSpPr>
        <p:spPr/>
        <p:txBody>
          <a:bodyPr anchor="t" bIns="45720" lIns="91440" numCol="1" rIns="91440" rtlCol="0" tIns="45720" vert="horz">
            <a:normAutofit/>
          </a:bodyPr>
          <a:lstStyle/>
          <a:p>
            <a:r>
              <a:rPr altLang="en-GB" dirty="0" lang="en-GB" sz="2000">
                <a:ea typeface="+mn-lt"/>
                <a:cs typeface="+mn-lt"/>
              </a:rPr>
              <a:t>Population Growth Analysis, we are essentially looking at the "pulse" of humanity. It is the mathematical and statistical study of how the number of individuals in a specific area (a country, a city, or the entire planet) changes over a set period.</a:t>
            </a:r>
          </a:p>
          <a:p>
            <a:r>
              <a:rPr altLang="en-GB" lang="en-GB"/>
              <a:t>Defining Population Growth Analysis</a:t>
            </a:r>
            <a:endParaRPr altLang="en-GB" dirty="0" lang="en-GB" sz="2000"/>
          </a:p>
          <a:p>
            <a:r>
              <a:rPr altLang="en-GB" lang="en-GB" sz="2000">
                <a:ea typeface="+mn-lt"/>
                <a:cs typeface="+mn-lt"/>
              </a:rPr>
              <a:t>At its core, this analysis evaluates the balance between people entering a population and those leaving it. </a:t>
            </a:r>
            <a:endParaRPr altLang="en-GB" lang="en-GB" sz="2000"/>
          </a:p>
        </p:txBody>
      </p:sp>
    </p:spTree>
    <p:extLst>
      <p:ext uri="{BB962C8B-B14F-4D97-AF65-F5344CB8AC3E}">
        <p14:creationId xmlns:p14="http://schemas.microsoft.com/office/powerpoint/2010/main" val="2993819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35B2A-EC39-CA50-41ED-830240146FBD}"/>
              </a:ext>
            </a:extLst>
          </p:cNvPr>
          <p:cNvSpPr>
            <a:spLocks noGrp="1"/>
          </p:cNvSpPr>
          <p:nvPr>
            <p:ph type="title"/>
          </p:nvPr>
        </p:nvSpPr>
        <p:spPr/>
        <p:txBody>
          <a:bodyPr numCol="1"/>
          <a:lstStyle/>
          <a:p>
            <a:r>
              <a:rPr altLang="en-GB" b="1" i="1" lang="en-GB"/>
              <a:t>Objectives</a:t>
            </a:r>
          </a:p>
        </p:txBody>
      </p:sp>
      <p:sp>
        <p:nvSpPr>
          <p:cNvPr id="3" name="Content Placeholder 2">
            <a:extLst>
              <a:ext uri="{FF2B5EF4-FFF2-40B4-BE49-F238E27FC236}">
                <a16:creationId xmlns:a16="http://schemas.microsoft.com/office/drawing/2014/main" id="{59307FF0-49F9-EFF9-BFCC-C0F333ED11A8}"/>
              </a:ext>
            </a:extLst>
          </p:cNvPr>
          <p:cNvSpPr>
            <a:spLocks noGrp="1"/>
          </p:cNvSpPr>
          <p:nvPr>
            <p:ph idx="1"/>
          </p:nvPr>
        </p:nvSpPr>
        <p:spPr/>
        <p:txBody>
          <a:bodyPr anchor="t" bIns="45720" lIns="91440" numCol="1" rIns="91440" rtlCol="0" tIns="45720" vert="horz">
            <a:normAutofit fontScale="92500" lnSpcReduction="10000"/>
          </a:bodyPr>
          <a:lstStyle/>
          <a:p>
            <a:pPr indent="0" marL="0">
              <a:buNone/>
            </a:pPr>
            <a:r>
              <a:rPr altLang="en-GB" i="1" lang="en-GB" sz="2000"/>
              <a:t>1. Historical Trend Analysis</a:t>
            </a:r>
            <a:endParaRPr i="1" lang="en-US" sz="2000"/>
          </a:p>
          <a:p>
            <a:pPr indent="0" marL="0">
              <a:buNone/>
            </a:pPr>
            <a:r>
              <a:rPr altLang="en-GB" i="1" lang="en-GB" sz="2000">
                <a:ea typeface="+mn-lt"/>
                <a:cs typeface="+mn-lt"/>
              </a:rPr>
              <a:t>Objective:</a:t>
            </a:r>
            <a:r>
              <a:rPr altLang="en-GB" dirty="0" i="1" lang="en-GB" sz="2000">
                <a:ea typeface="+mn-lt"/>
                <a:cs typeface="+mn-lt"/>
              </a:rPr>
              <a:t> Track how the population of a specific country or the entire world has changed over the last 60+ years.</a:t>
            </a:r>
          </a:p>
          <a:p>
            <a:pPr>
              <a:buNone/>
            </a:pPr>
            <a:r>
              <a:rPr altLang="en-GB" i="1" lang="en-GB" sz="2000">
                <a:latin typeface="Google Sans"/>
              </a:rPr>
              <a:t>2. Comparative Growth Rates</a:t>
            </a:r>
            <a:endParaRPr altLang="en-GB" i="1" lang="en-GB" sz="2000"/>
          </a:p>
          <a:p>
            <a:pPr>
              <a:buFont typeface="Arial"/>
              <a:buChar char="•"/>
            </a:pPr>
            <a:r>
              <a:rPr altLang="en-GB" i="1" lang="en-GB" sz="2000">
                <a:ea typeface="+mn-lt"/>
                <a:cs typeface="+mn-lt"/>
              </a:rPr>
              <a:t>Objective: Calculate the Annual Growth Rate for different nations and compare them.</a:t>
            </a:r>
            <a:endParaRPr altLang="en-GB" i="1" lang="en-GB" sz="2000"/>
          </a:p>
          <a:p>
            <a:pPr indent="0" marL="0">
              <a:buNone/>
            </a:pPr>
            <a:r>
              <a:rPr altLang="en-GB" i="1" lang="en-GB" sz="2000">
                <a:ea typeface="+mn-lt"/>
                <a:cs typeface="+mn-lt"/>
              </a:rPr>
              <a:t>3. Regional and Economic Aggregation</a:t>
            </a:r>
            <a:endParaRPr altLang="en-GB" dirty="0" i="1" lang="en-GB" sz="2000">
              <a:ea typeface="+mn-lt"/>
              <a:cs typeface="+mn-lt"/>
            </a:endParaRPr>
          </a:p>
          <a:p>
            <a:pPr indent="0" marL="0">
              <a:buNone/>
            </a:pPr>
            <a:r>
              <a:rPr altLang="en-GB" i="1" lang="en-GB" sz="2000"/>
              <a:t>4. Ranking and Market Sizing</a:t>
            </a:r>
            <a:endParaRPr altLang="en-GB" dirty="0" i="1" lang="en-GB" sz="2000">
              <a:ea typeface="+mn-lt"/>
              <a:cs typeface="+mn-lt"/>
            </a:endParaRPr>
          </a:p>
          <a:p>
            <a:r>
              <a:rPr altLang="en-GB" i="1" lang="en-GB" sz="2000">
                <a:ea typeface="+mn-lt"/>
                <a:cs typeface="+mn-lt"/>
              </a:rPr>
              <a:t>Objective: Rank countries by population size for any specific year</a:t>
            </a:r>
            <a:endParaRPr altLang="en-GB" i="1" lang="en-GB" sz="2000"/>
          </a:p>
          <a:p>
            <a:pPr indent="0" marL="0">
              <a:buNone/>
            </a:pPr>
            <a:r>
              <a:rPr altLang="en-GB" i="1" lang="en-GB" sz="2000">
                <a:ea typeface="+mn-lt"/>
                <a:cs typeface="+mn-lt"/>
              </a:rPr>
              <a:t>5. Future Projections (Forecasting)</a:t>
            </a:r>
            <a:endParaRPr altLang="en-GB" dirty="0" i="1" lang="en-GB" sz="2000">
              <a:ea typeface="+mn-lt"/>
              <a:cs typeface="+mn-lt"/>
            </a:endParaRPr>
          </a:p>
          <a:p>
            <a:endParaRPr altLang="en-GB" dirty="0" lang="en-GB" sz="2000">
              <a:ea typeface="+mn-lt"/>
              <a:cs typeface="+mn-lt"/>
            </a:endParaRPr>
          </a:p>
        </p:txBody>
      </p:sp>
    </p:spTree>
    <p:extLst>
      <p:ext uri="{BB962C8B-B14F-4D97-AF65-F5344CB8AC3E}">
        <p14:creationId xmlns:p14="http://schemas.microsoft.com/office/powerpoint/2010/main" val="409605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656F0-FF1E-D900-8C24-A1FA42DB6CC4}"/>
              </a:ext>
            </a:extLst>
          </p:cNvPr>
          <p:cNvSpPr>
            <a:spLocks noGrp="1"/>
          </p:cNvSpPr>
          <p:nvPr>
            <p:ph type="title"/>
          </p:nvPr>
        </p:nvSpPr>
        <p:spPr/>
        <p:txBody>
          <a:bodyPr numCol="1"/>
          <a:lstStyle/>
          <a:p>
            <a:r>
              <a:rPr altLang="en-GB" i="1" lang="en-GB"/>
              <a:t>Datasets and Code Link</a:t>
            </a:r>
            <a:endParaRPr altLang="en-GB" dirty="0" i="1" lang="en-GB"/>
          </a:p>
        </p:txBody>
      </p:sp>
      <p:sp>
        <p:nvSpPr>
          <p:cNvPr id="3" name="Content Placeholder 2">
            <a:extLst>
              <a:ext uri="{FF2B5EF4-FFF2-40B4-BE49-F238E27FC236}">
                <a16:creationId xmlns:a16="http://schemas.microsoft.com/office/drawing/2014/main" id="{226B52F7-2F0B-739C-81A8-14B34D7F5A9E}"/>
              </a:ext>
            </a:extLst>
          </p:cNvPr>
          <p:cNvSpPr>
            <a:spLocks noGrp="1"/>
          </p:cNvSpPr>
          <p:nvPr>
            <p:ph idx="1"/>
          </p:nvPr>
        </p:nvSpPr>
        <p:spPr>
          <a:xfrm>
            <a:off x="597984" y="2478024"/>
            <a:ext cx="10685712" cy="3694176"/>
          </a:xfrm>
        </p:spPr>
        <p:txBody>
          <a:bodyPr anchor="t" bIns="45720" lIns="91440" numCol="1" rIns="91440" rtlCol="0" tIns="45720" vert="horz">
            <a:normAutofit/>
          </a:bodyPr>
          <a:lstStyle/>
          <a:p>
            <a:r>
              <a:rPr altLang="en-GB" lang="en-GB"/>
              <a:t>Dataset Link -</a:t>
            </a:r>
            <a:r>
              <a:rPr altLang="en-GB" dirty="0" lang="en-GB"/>
              <a:t> </a:t>
            </a:r>
            <a:r>
              <a:rPr altLang="en-GB" dirty="0" lang="en-GB">
                <a:ea typeface="+mn-lt"/>
                <a:cs typeface="+mn-lt"/>
              </a:rPr>
              <a:t>    </a:t>
            </a:r>
            <a:r>
              <a:rPr altLang="en-GB" dirty="0" lang="en-GB">
                <a:ea typeface="+mn-lt"/>
                <a:cs typeface="+mn-lt"/>
                <a:hlinkClick r:id="rId2"/>
              </a:rPr>
              <a:t>https://www.kaggle.com/datasets/sazidthe1/world- population-data</a:t>
            </a:r>
            <a:endParaRPr altLang="en-GB" lang="en-GB"/>
          </a:p>
          <a:p>
            <a:r>
              <a:rPr altLang="en-GB" lang="en-GB"/>
              <a:t> Python Code link - </a:t>
            </a:r>
            <a:r>
              <a:rPr altLang="en-GB" dirty="0" i="1" lang="en-GB">
                <a:solidFill>
                  <a:srgbClr val="00B0F0"/>
                </a:solidFill>
              </a:rPr>
              <a:t>https://colab.research.google.com/drive/1Wa0ZBwSOtWpKsIRXTF1qKyz2ZE_rYCV5</a:t>
            </a:r>
          </a:p>
          <a:p>
            <a:pPr indent="0" marL="0">
              <a:buNone/>
            </a:pPr>
            <a:r>
              <a:rPr altLang="en-GB" dirty="0" i="1" lang="en-GB">
                <a:solidFill>
                  <a:srgbClr val="00B0F0"/>
                </a:solidFill>
              </a:rPr>
              <a:t> </a:t>
            </a:r>
            <a:endParaRPr altLang="en-GB" i="1" lang="en-GB">
              <a:solidFill>
                <a:srgbClr val="00B0F0"/>
              </a:solidFill>
              <a:ea typeface="+mn-lt"/>
              <a:cs typeface="+mn-lt"/>
            </a:endParaRPr>
          </a:p>
          <a:p>
            <a:endParaRPr altLang="en-GB" dirty="0" lang="en-GB"/>
          </a:p>
        </p:txBody>
      </p:sp>
      <p:sp>
        <p:nvSpPr>
          <p:cNvPr id="4" name="Date Placeholder 3">
            <a:extLst>
              <a:ext uri="{FF2B5EF4-FFF2-40B4-BE49-F238E27FC236}">
                <a16:creationId xmlns:a16="http://schemas.microsoft.com/office/drawing/2014/main" id="{7BBBD409-27D8-8AD6-5B8B-5E70D115F940}"/>
              </a:ext>
            </a:extLst>
          </p:cNvPr>
          <p:cNvSpPr>
            <a:spLocks noGrp="1"/>
          </p:cNvSpPr>
          <p:nvPr>
            <p:ph idx="10" sz="half" type="dt"/>
          </p:nvPr>
        </p:nvSpPr>
        <p:spPr/>
        <p:txBody>
          <a:bodyPr numCol="1"/>
          <a:lstStyle/>
          <a:p>
            <a:fld id="{AAFE9036-E345-4605-9C1B-B961F6D72166}" type="datetime1">
              <a:t>3/22/2026</a:t>
            </a:fld>
            <a:endParaRPr dirty="0" lang="en-US"/>
          </a:p>
        </p:txBody>
      </p:sp>
    </p:spTree>
    <p:extLst>
      <p:ext uri="{BB962C8B-B14F-4D97-AF65-F5344CB8AC3E}">
        <p14:creationId xmlns:p14="http://schemas.microsoft.com/office/powerpoint/2010/main" val="34150757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E0DF26B6-A405-436C-CB54-951F8FB98808}"/>
              </a:ext>
            </a:extLst>
          </p:cNvPr>
          <p:cNvSpPr>
            <a:spLocks noGrp="1"/>
          </p:cNvSpPr>
          <p:nvPr>
            <p:ph type="title"/>
          </p:nvPr>
        </p:nvSpPr>
        <p:spPr/>
        <p:txBody>
          <a:bodyPr anchor="ctr" numCol="1">
            <a:normAutofit/>
          </a:bodyPr>
          <a:lstStyle/>
          <a:p>
            <a:r>
              <a:rPr lang="en-US"/>
              <a:t>Line Chart</a:t>
            </a:r>
          </a:p>
        </p:txBody>
      </p:sp>
      <p:sp>
        <p:nvSpPr>
          <p:cNvPr id="4" name="Date Placeholder 3">
            <a:extLst>
              <a:ext uri="{FF2B5EF4-FFF2-40B4-BE49-F238E27FC236}">
                <a16:creationId xmlns:a16="http://schemas.microsoft.com/office/drawing/2014/main" id="{B0B06BCC-8AE1-335C-F1E2-D7BB09A3B2AD}"/>
              </a:ext>
            </a:extLst>
          </p:cNvPr>
          <p:cNvSpPr>
            <a:spLocks noGrp="1"/>
          </p:cNvSpPr>
          <p:nvPr>
            <p:ph idx="10" sz="half" type="dt"/>
          </p:nvPr>
        </p:nvSpPr>
        <p:spPr/>
        <p:txBody>
          <a:bodyPr anchor="ctr" numCol="1">
            <a:normAutofit/>
          </a:bodyPr>
          <a:lstStyle/>
          <a:p>
            <a:pPr>
              <a:spcAft>
                <a:spcPts val="600"/>
              </a:spcAft>
            </a:pPr>
            <a:fld id="{1B32A793-2B3E-4C4A-8547-36938E226331}" type="datetime1">
              <a:rPr lang="en-US"/>
              <a:pPr>
                <a:spcAft>
                  <a:spcPts val="600"/>
                </a:spcAft>
              </a:pPr>
              <a:t>3/22/2026</a:t>
            </a:fld>
            <a:endParaRPr lang="en-US"/>
          </a:p>
        </p:txBody>
      </p:sp>
      <p:pic>
        <p:nvPicPr>
          <p:cNvPr descr="A graph of population trends  AI-generated content may be incorrect." id="7" name="Picture 6">
            <a:extLst>
              <a:ext uri="{FF2B5EF4-FFF2-40B4-BE49-F238E27FC236}">
                <a16:creationId xmlns:a16="http://schemas.microsoft.com/office/drawing/2014/main" id="{4283C793-1723-5799-0F5B-11CB7349E54F}"/>
              </a:ext>
            </a:extLst>
          </p:cNvPr>
          <p:cNvPicPr>
            <a:picLocks noChangeAspect="1"/>
          </p:cNvPicPr>
          <p:nvPr/>
        </p:nvPicPr>
        <p:blipFill>
          <a:blip r:embed="rId2"/>
          <a:stretch>
            <a:fillRect/>
          </a:stretch>
        </p:blipFill>
        <p:spPr>
          <a:xfrm>
            <a:off x="910650" y="1416257"/>
            <a:ext cx="9714124" cy="5314743"/>
          </a:xfrm>
          <a:prstGeom prst="rect">
            <a:avLst/>
          </a:prstGeom>
          <a:noFill/>
        </p:spPr>
      </p:pic>
    </p:spTree>
    <p:extLst>
      <p:ext uri="{BB962C8B-B14F-4D97-AF65-F5344CB8AC3E}">
        <p14:creationId xmlns:p14="http://schemas.microsoft.com/office/powerpoint/2010/main" val="2800108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p:txBody>
          <a:bodyPr/>
          <a:lstStyle/>
          <a:p>
            <a:endParaRP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p:txBody>
          <a:bodyPr/>
          <a:lstStyle/>
          <a:p>
            <a:endParaRPr/>
          </a:p>
        </p:txBody>
      </p:sp>
      <p:sp>
        <p:nvSpPr>
          <p:cNvPr id="4" name="Date Placeholder 3">
            <a:extLst>
              <a:ext uri="{FF2B5EF4-FFF2-40B4-BE49-F238E27FC236}">
                <a16:creationId xmlns:a16="http://schemas.microsoft.com/office/drawing/2014/main" id="{3D7DED67-27EC-4D43-A21C-093C1DB04813}"/>
              </a:ext>
            </a:extLst>
          </p:cNvPr>
          <p:cNvSpPr>
            <a:spLocks noGrp="1"/>
          </p:cNvSpPr>
          <p:nvPr>
            <p:ph idx="10" sz="half" type="dt"/>
          </p:nvPr>
        </p:nvSpPr>
        <p:spPr/>
        <p:txBody>
          <a:bodyPr numCol="1"/>
          <a:lstStyle/>
          <a:p>
            <a:fld id="{5CF65307-640F-4AE7-B0BE-50C709AD86C5}" type="datetimeFigureOut">
              <a:rPr dirty="0" lang="en-US"/>
              <a:t>3/22/2026</a:t>
            </a:fld>
            <a:endParaRPr dirty="0" lang="en-US"/>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683FE-0658-A226-F6E1-21FB059F76C2}"/>
              </a:ext>
            </a:extLst>
          </p:cNvPr>
          <p:cNvSpPr>
            <a:spLocks noGrp="1"/>
          </p:cNvSpPr>
          <p:nvPr>
            <p:ph type="title"/>
          </p:nvPr>
        </p:nvSpPr>
        <p:spPr/>
        <p:txBody>
          <a:bodyPr anchor="ctr" numCol="1">
            <a:normAutofit/>
          </a:bodyPr>
          <a:lstStyle/>
          <a:p>
            <a:r>
              <a:rPr altLang="en-GB" lang="en-GB"/>
              <a:t>Bar Chart</a:t>
            </a:r>
          </a:p>
        </p:txBody>
      </p:sp>
      <p:pic>
        <p:nvPicPr>
          <p:cNvPr descr="A graph of a number of people  AI-generated content may be incorrect." id="10" name="Content Placeholder 9">
            <a:extLst>
              <a:ext uri="{FF2B5EF4-FFF2-40B4-BE49-F238E27FC236}">
                <a16:creationId xmlns:a16="http://schemas.microsoft.com/office/drawing/2014/main" id="{A69A43B7-D4FB-BDFF-C780-A2BB158863D3}"/>
              </a:ext>
            </a:extLst>
          </p:cNvPr>
          <p:cNvPicPr>
            <a:picLocks noChangeAspect="1" noGrp="1"/>
          </p:cNvPicPr>
          <p:nvPr>
            <p:ph idx="1"/>
          </p:nvPr>
        </p:nvPicPr>
        <p:blipFill>
          <a:blip r:embed="rId2"/>
          <a:stretch>
            <a:fillRect/>
          </a:stretch>
        </p:blipFill>
        <p:spPr>
          <a:xfrm>
            <a:off x="488261" y="1411224"/>
            <a:ext cx="9733642" cy="5446776"/>
          </a:xfrm>
          <a:prstGeom prst="rect">
            <a:avLst/>
          </a:prstGeom>
          <a:noFill/>
        </p:spPr>
      </p:pic>
      <p:sp>
        <p:nvSpPr>
          <p:cNvPr id="4" name="Date Placeholder 3">
            <a:extLst>
              <a:ext uri="{FF2B5EF4-FFF2-40B4-BE49-F238E27FC236}">
                <a16:creationId xmlns:a16="http://schemas.microsoft.com/office/drawing/2014/main" id="{409FD03A-CD90-96A4-55FE-ECE04A37563F}"/>
              </a:ext>
            </a:extLst>
          </p:cNvPr>
          <p:cNvSpPr>
            <a:spLocks noGrp="1"/>
          </p:cNvSpPr>
          <p:nvPr>
            <p:ph idx="10" sz="half" type="dt"/>
          </p:nvPr>
        </p:nvSpPr>
        <p:spPr/>
        <p:txBody>
          <a:bodyPr anchor="ctr" numCol="1">
            <a:normAutofit/>
          </a:bodyPr>
          <a:lstStyle/>
          <a:p>
            <a:pPr>
              <a:spcAft>
                <a:spcPts val="600"/>
              </a:spcAft>
            </a:pPr>
            <a:fld id="{AB53579B-989A-4EAD-816C-202D38300707}" type="datetime1">
              <a:rPr altLang="en-GB" lang="en-GB"/>
              <a:pPr>
                <a:spcAft>
                  <a:spcPts val="600"/>
                </a:spcAft>
              </a:pPr>
              <a:t>22/03/2026</a:t>
            </a:fld>
            <a:endParaRPr lang="en-US"/>
          </a:p>
        </p:txBody>
      </p:sp>
    </p:spTree>
    <p:extLst>
      <p:ext uri="{BB962C8B-B14F-4D97-AF65-F5344CB8AC3E}">
        <p14:creationId xmlns:p14="http://schemas.microsoft.com/office/powerpoint/2010/main" val="611530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ACB14-E9BA-A8E5-2FA4-60928D1B9F00}"/>
              </a:ext>
            </a:extLst>
          </p:cNvPr>
          <p:cNvSpPr>
            <a:spLocks noGrp="1"/>
          </p:cNvSpPr>
          <p:nvPr>
            <p:ph type="title"/>
          </p:nvPr>
        </p:nvSpPr>
        <p:spPr/>
        <p:txBody>
          <a:bodyPr anchor="ctr" numCol="1">
            <a:normAutofit/>
          </a:bodyPr>
          <a:lstStyle/>
          <a:p>
            <a:r>
              <a:rPr altLang="en-GB" lang="en-GB"/>
              <a:t>Box Plot</a:t>
            </a:r>
          </a:p>
        </p:txBody>
      </p:sp>
      <p:pic>
        <p:nvPicPr>
          <p:cNvPr id="5" name="Content Placeholder 4">
            <a:extLst>
              <a:ext uri="{FF2B5EF4-FFF2-40B4-BE49-F238E27FC236}">
                <a16:creationId xmlns:a16="http://schemas.microsoft.com/office/drawing/2014/main" id="{1EF62BE6-A2DF-90CE-8484-2F98694490CC}"/>
              </a:ext>
            </a:extLst>
          </p:cNvPr>
          <p:cNvPicPr>
            <a:picLocks noChangeAspect="1" noGrp="1"/>
          </p:cNvPicPr>
          <p:nvPr>
            <p:ph idx="1"/>
          </p:nvPr>
        </p:nvPicPr>
        <p:blipFill>
          <a:blip r:embed="rId2"/>
          <a:stretch>
            <a:fillRect/>
          </a:stretch>
        </p:blipFill>
        <p:spPr>
          <a:xfrm>
            <a:off x="910889" y="1398524"/>
            <a:ext cx="9256685" cy="5103876"/>
          </a:xfrm>
          <a:prstGeom prst="rect">
            <a:avLst/>
          </a:prstGeom>
          <a:noFill/>
        </p:spPr>
      </p:pic>
      <p:sp>
        <p:nvSpPr>
          <p:cNvPr id="4" name="Date Placeholder 3">
            <a:extLst>
              <a:ext uri="{FF2B5EF4-FFF2-40B4-BE49-F238E27FC236}">
                <a16:creationId xmlns:a16="http://schemas.microsoft.com/office/drawing/2014/main" id="{DAE63034-2E3F-725B-DBF9-3C9AD981A75A}"/>
              </a:ext>
            </a:extLst>
          </p:cNvPr>
          <p:cNvSpPr>
            <a:spLocks noGrp="1"/>
          </p:cNvSpPr>
          <p:nvPr>
            <p:ph idx="10" sz="half" type="dt"/>
          </p:nvPr>
        </p:nvSpPr>
        <p:spPr/>
        <p:txBody>
          <a:bodyPr anchor="ctr" numCol="1">
            <a:normAutofit/>
          </a:bodyPr>
          <a:lstStyle/>
          <a:p>
            <a:pPr>
              <a:spcAft>
                <a:spcPts val="600"/>
              </a:spcAft>
            </a:pPr>
            <a:fld id="{91C4A595-3E77-461E-9A9F-CAED2A76D601}" type="datetime1">
              <a:rPr altLang="en-GB" lang="en-GB"/>
              <a:pPr>
                <a:spcAft>
                  <a:spcPts val="600"/>
                </a:spcAft>
              </a:pPr>
              <a:t>22/03/2026</a:t>
            </a:fld>
            <a:endParaRPr lang="en-US"/>
          </a:p>
        </p:txBody>
      </p:sp>
    </p:spTree>
    <p:extLst>
      <p:ext uri="{BB962C8B-B14F-4D97-AF65-F5344CB8AC3E}">
        <p14:creationId xmlns:p14="http://schemas.microsoft.com/office/powerpoint/2010/main" val="3602495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045BE-B72D-3BE9-F584-7B0DC6BC3B96}"/>
              </a:ext>
            </a:extLst>
          </p:cNvPr>
          <p:cNvSpPr>
            <a:spLocks noGrp="1"/>
          </p:cNvSpPr>
          <p:nvPr>
            <p:ph type="title"/>
          </p:nvPr>
        </p:nvSpPr>
        <p:spPr/>
        <p:txBody>
          <a:bodyPr anchor="t" numCol="1">
            <a:normAutofit/>
          </a:bodyPr>
          <a:lstStyle/>
          <a:p>
            <a:r>
              <a:rPr altLang="en-GB" lang="en-GB"/>
              <a:t>Pie chart</a:t>
            </a:r>
          </a:p>
        </p:txBody>
      </p:sp>
      <p:pic>
        <p:nvPicPr>
          <p:cNvPr descr="A pie chart with different colored circles  AI-generated content may be incorrect." id="5" name="Content Placeholder 4">
            <a:extLst>
              <a:ext uri="{FF2B5EF4-FFF2-40B4-BE49-F238E27FC236}">
                <a16:creationId xmlns:a16="http://schemas.microsoft.com/office/drawing/2014/main" id="{7DF42971-6200-1AB9-9A9D-78B8266ADBC0}"/>
              </a:ext>
            </a:extLst>
          </p:cNvPr>
          <p:cNvPicPr>
            <a:picLocks noChangeAspect="1" noGrp="1"/>
          </p:cNvPicPr>
          <p:nvPr>
            <p:ph idx="1" type="pic"/>
          </p:nvPr>
        </p:nvPicPr>
        <p:blipFill>
          <a:blip r:embed="rId2"/>
          <a:stretch/>
        </p:blipFill>
        <p:spPr>
          <a:xfrm>
            <a:off x="4444344" y="-3278"/>
            <a:ext cx="7239717" cy="6859265"/>
          </a:xfrm>
          <a:prstGeom prst="rect">
            <a:avLst/>
          </a:prstGeom>
          <a:noFill/>
        </p:spPr>
      </p:pic>
      <p:sp>
        <p:nvSpPr>
          <p:cNvPr id="14" name="Text Placeholder 3">
            <a:extLst>
              <a:ext uri="{FF2B5EF4-FFF2-40B4-BE49-F238E27FC236}">
                <a16:creationId xmlns:a16="http://schemas.microsoft.com/office/drawing/2014/main" id="{568563B3-1CF0-ED9E-9334-5C75CBEAFFE6}"/>
              </a:ext>
            </a:extLst>
          </p:cNvPr>
          <p:cNvSpPr>
            <a:spLocks noGrp="1"/>
          </p:cNvSpPr>
          <p:nvPr>
            <p:ph idx="2" sz="half" type="body"/>
          </p:nvPr>
        </p:nvSpPr>
        <p:spPr/>
        <p:txBody>
          <a:bodyPr anchor="t" bIns="45720" lIns="91440" numCol="1" rIns="91440" rtlCol="0" tIns="45720" vert="horz">
            <a:normAutofit/>
          </a:bodyPr>
          <a:lstStyle/>
          <a:p>
            <a:r>
              <a:rPr lang="en-US"/>
              <a:t>.</a:t>
            </a:r>
          </a:p>
        </p:txBody>
      </p:sp>
      <p:sp>
        <p:nvSpPr>
          <p:cNvPr id="4" name="Date Placeholder 3">
            <a:extLst>
              <a:ext uri="{FF2B5EF4-FFF2-40B4-BE49-F238E27FC236}">
                <a16:creationId xmlns:a16="http://schemas.microsoft.com/office/drawing/2014/main" id="{72125B5F-6966-61EF-1266-75A7CA945800}"/>
              </a:ext>
            </a:extLst>
          </p:cNvPr>
          <p:cNvSpPr>
            <a:spLocks noGrp="1"/>
          </p:cNvSpPr>
          <p:nvPr>
            <p:ph idx="10" sz="half" type="dt"/>
          </p:nvPr>
        </p:nvSpPr>
        <p:spPr/>
        <p:txBody>
          <a:bodyPr anchor="ctr" numCol="1">
            <a:normAutofit/>
          </a:bodyPr>
          <a:lstStyle/>
          <a:p>
            <a:pPr>
              <a:spcAft>
                <a:spcPts val="600"/>
              </a:spcAft>
            </a:pPr>
            <a:fld id="{12C4789B-6DC7-4F48-90B6-410B23D17BF3}" type="datetime1">
              <a:rPr altLang="en-GB" lang="en-GB"/>
              <a:pPr>
                <a:spcAft>
                  <a:spcPts val="600"/>
                </a:spcAft>
              </a:pPr>
              <a:t>22/03/2026</a:t>
            </a:fld>
            <a:endParaRPr lang="en-US"/>
          </a:p>
        </p:txBody>
      </p:sp>
    </p:spTree>
    <p:extLst>
      <p:ext uri="{BB962C8B-B14F-4D97-AF65-F5344CB8AC3E}">
        <p14:creationId xmlns:p14="http://schemas.microsoft.com/office/powerpoint/2010/main" val="2013128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13F1D88-6FF2-B56C-24A2-16B49DEA3B88}"/>
              </a:ext>
            </a:extLst>
          </p:cNvPr>
          <p:cNvSpPr>
            <a:spLocks noGrp="1"/>
          </p:cNvSpPr>
          <p:nvPr>
            <p:ph type="title"/>
          </p:nvPr>
        </p:nvSpPr>
        <p:spPr/>
        <p:txBody>
          <a:bodyPr anchor="ctr" numCol="1">
            <a:normAutofit/>
          </a:bodyPr>
          <a:lstStyle/>
          <a:p>
            <a:r>
              <a:rPr lang="en-US"/>
              <a:t>Scatter plot</a:t>
            </a:r>
            <a:endParaRPr dirty="0" lang="en-US"/>
          </a:p>
        </p:txBody>
      </p:sp>
      <p:pic>
        <p:nvPicPr>
          <p:cNvPr descr="A graph with different colored dots  AI-generated content may be incorrect." id="6" name="Content Placeholder 5">
            <a:extLst>
              <a:ext uri="{FF2B5EF4-FFF2-40B4-BE49-F238E27FC236}">
                <a16:creationId xmlns:a16="http://schemas.microsoft.com/office/drawing/2014/main" id="{D63202D9-C558-1778-2BFF-75D2CCB175E8}"/>
              </a:ext>
            </a:extLst>
          </p:cNvPr>
          <p:cNvPicPr>
            <a:picLocks noChangeAspect="1" noGrp="1"/>
          </p:cNvPicPr>
          <p:nvPr>
            <p:ph idx="1"/>
          </p:nvPr>
        </p:nvPicPr>
        <p:blipFill>
          <a:blip r:embed="rId2"/>
          <a:stretch>
            <a:fillRect/>
          </a:stretch>
        </p:blipFill>
        <p:spPr>
          <a:xfrm>
            <a:off x="1018109" y="1399723"/>
            <a:ext cx="9342253" cy="5261307"/>
          </a:xfrm>
          <a:prstGeom prst="rect">
            <a:avLst/>
          </a:prstGeom>
          <a:noFill/>
        </p:spPr>
      </p:pic>
      <p:sp>
        <p:nvSpPr>
          <p:cNvPr id="5" name="Date Placeholder 4">
            <a:extLst>
              <a:ext uri="{FF2B5EF4-FFF2-40B4-BE49-F238E27FC236}">
                <a16:creationId xmlns:a16="http://schemas.microsoft.com/office/drawing/2014/main" id="{9AFC244B-C49B-8E0E-D0D3-317381A97065}"/>
              </a:ext>
            </a:extLst>
          </p:cNvPr>
          <p:cNvSpPr>
            <a:spLocks noGrp="1"/>
          </p:cNvSpPr>
          <p:nvPr>
            <p:ph idx="10" sz="half" type="dt"/>
          </p:nvPr>
        </p:nvSpPr>
        <p:spPr/>
        <p:txBody>
          <a:bodyPr anchor="ctr" numCol="1">
            <a:normAutofit/>
          </a:bodyPr>
          <a:lstStyle/>
          <a:p>
            <a:pPr>
              <a:spcAft>
                <a:spcPts val="600"/>
              </a:spcAft>
            </a:pPr>
            <a:fld id="{F4EFC910-BE3D-4355-88A0-97E5ED7A1488}" type="datetime1">
              <a:pPr>
                <a:spcAft>
                  <a:spcPts val="600"/>
                </a:spcAft>
              </a:pPr>
              <a:t>3/22/2026</a:t>
            </a:fld>
            <a:endParaRPr lang="en-US"/>
          </a:p>
        </p:txBody>
      </p:sp>
    </p:spTree>
    <p:extLst>
      <p:ext uri="{BB962C8B-B14F-4D97-AF65-F5344CB8AC3E}">
        <p14:creationId xmlns:p14="http://schemas.microsoft.com/office/powerpoint/2010/main" val="23805495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00953-2359-3497-1A99-7D61CDD181BE}"/>
              </a:ext>
            </a:extLst>
          </p:cNvPr>
          <p:cNvSpPr>
            <a:spLocks noGrp="1"/>
          </p:cNvSpPr>
          <p:nvPr>
            <p:ph type="title"/>
          </p:nvPr>
        </p:nvSpPr>
        <p:spPr/>
        <p:txBody>
          <a:bodyPr numCol="1"/>
          <a:lstStyle/>
          <a:p>
            <a:r>
              <a:rPr altLang="en-GB" lang="en-GB"/>
              <a:t>Heatmap</a:t>
            </a:r>
          </a:p>
        </p:txBody>
      </p:sp>
      <p:pic>
        <p:nvPicPr>
          <p:cNvPr id="5" name="Content Placeholder 4">
            <a:extLst>
              <a:ext uri="{FF2B5EF4-FFF2-40B4-BE49-F238E27FC236}">
                <a16:creationId xmlns:a16="http://schemas.microsoft.com/office/drawing/2014/main" id="{46557C7A-5D2D-0E82-DE17-9D296C177B29}"/>
              </a:ext>
            </a:extLst>
          </p:cNvPr>
          <p:cNvPicPr>
            <a:picLocks noChangeAspect="1" noGrp="1"/>
          </p:cNvPicPr>
          <p:nvPr>
            <p:ph idx="1"/>
          </p:nvPr>
        </p:nvPicPr>
        <p:blipFill>
          <a:blip r:embed="rId2"/>
          <a:stretch>
            <a:fillRect/>
          </a:stretch>
        </p:blipFill>
        <p:spPr>
          <a:xfrm>
            <a:off x="253422" y="1370970"/>
            <a:ext cx="11374836" cy="4945004"/>
          </a:xfrm>
          <a:prstGeom prst="rect">
            <a:avLst/>
          </a:prstGeom>
        </p:spPr>
      </p:pic>
      <p:sp>
        <p:nvSpPr>
          <p:cNvPr id="4" name="Date Placeholder 3">
            <a:extLst>
              <a:ext uri="{FF2B5EF4-FFF2-40B4-BE49-F238E27FC236}">
                <a16:creationId xmlns:a16="http://schemas.microsoft.com/office/drawing/2014/main" id="{3F47BE42-5369-8157-1E2B-A2C37A0D429D}"/>
              </a:ext>
            </a:extLst>
          </p:cNvPr>
          <p:cNvSpPr>
            <a:spLocks noGrp="1"/>
          </p:cNvSpPr>
          <p:nvPr>
            <p:ph idx="10" sz="half" type="dt"/>
          </p:nvPr>
        </p:nvSpPr>
        <p:spPr/>
        <p:txBody>
          <a:bodyPr numCol="1"/>
          <a:lstStyle/>
          <a:p>
            <a:fld id="{14727E2B-B489-4EB2-9CB7-E89744DFB81F}" type="datetime1">
              <a:t>3/22/2026</a:t>
            </a:fld>
            <a:endParaRPr dirty="0" lang="en-US"/>
          </a:p>
        </p:txBody>
      </p:sp>
    </p:spTree>
    <p:extLst>
      <p:ext uri="{BB962C8B-B14F-4D97-AF65-F5344CB8AC3E}">
        <p14:creationId xmlns:p14="http://schemas.microsoft.com/office/powerpoint/2010/main" val="4243492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5241C-ABD4-9DF3-C6A3-2746B4F56E48}"/>
              </a:ext>
            </a:extLst>
          </p:cNvPr>
          <p:cNvSpPr>
            <a:spLocks noGrp="1"/>
          </p:cNvSpPr>
          <p:nvPr>
            <p:ph type="title"/>
          </p:nvPr>
        </p:nvSpPr>
        <p:spPr/>
        <p:txBody>
          <a:bodyPr numCol="1"/>
          <a:lstStyle/>
          <a:p>
            <a:r>
              <a:rPr altLang="en-GB" lang="en-GB"/>
              <a:t>Area Chart</a:t>
            </a:r>
          </a:p>
        </p:txBody>
      </p:sp>
      <p:pic>
        <p:nvPicPr>
          <p:cNvPr descr="A graph showing the growth of five major nations  AI-generated content may be incorrect." id="5" name="Content Placeholder 4">
            <a:extLst>
              <a:ext uri="{FF2B5EF4-FFF2-40B4-BE49-F238E27FC236}">
                <a16:creationId xmlns:a16="http://schemas.microsoft.com/office/drawing/2014/main" id="{EE58BD5A-E5FE-3DEF-741A-747A02FA129C}"/>
              </a:ext>
            </a:extLst>
          </p:cNvPr>
          <p:cNvPicPr>
            <a:picLocks noChangeAspect="1" noGrp="1"/>
          </p:cNvPicPr>
          <p:nvPr>
            <p:ph idx="1"/>
          </p:nvPr>
        </p:nvPicPr>
        <p:blipFill>
          <a:blip r:embed="rId2"/>
          <a:stretch>
            <a:fillRect/>
          </a:stretch>
        </p:blipFill>
        <p:spPr>
          <a:xfrm>
            <a:off x="2969199" y="2478088"/>
            <a:ext cx="6461565" cy="3694112"/>
          </a:xfrm>
          <a:prstGeom prst="rect">
            <a:avLst/>
          </a:prstGeom>
        </p:spPr>
      </p:pic>
      <p:sp>
        <p:nvSpPr>
          <p:cNvPr id="4" name="Date Placeholder 3">
            <a:extLst>
              <a:ext uri="{FF2B5EF4-FFF2-40B4-BE49-F238E27FC236}">
                <a16:creationId xmlns:a16="http://schemas.microsoft.com/office/drawing/2014/main" id="{3608BF90-E38E-6F73-527F-AAD86D12257A}"/>
              </a:ext>
            </a:extLst>
          </p:cNvPr>
          <p:cNvSpPr>
            <a:spLocks noGrp="1"/>
          </p:cNvSpPr>
          <p:nvPr>
            <p:ph idx="10" sz="half" type="dt"/>
          </p:nvPr>
        </p:nvSpPr>
        <p:spPr/>
        <p:txBody>
          <a:bodyPr numCol="1"/>
          <a:lstStyle/>
          <a:p>
            <a:fld id="{3CE17061-D0B4-49EF-B26A-616E79C8245E}" type="datetime1">
              <a:t>3/22/2026</a:t>
            </a:fld>
            <a:endParaRPr dirty="0" lang="en-US"/>
          </a:p>
        </p:txBody>
      </p:sp>
    </p:spTree>
    <p:extLst>
      <p:ext uri="{BB962C8B-B14F-4D97-AF65-F5344CB8AC3E}">
        <p14:creationId xmlns:p14="http://schemas.microsoft.com/office/powerpoint/2010/main" val="36069446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B36A-B4F5-E06E-B2C9-A405F7DB90AE}"/>
              </a:ext>
            </a:extLst>
          </p:cNvPr>
          <p:cNvSpPr>
            <a:spLocks noGrp="1"/>
          </p:cNvSpPr>
          <p:nvPr>
            <p:ph type="title"/>
          </p:nvPr>
        </p:nvSpPr>
        <p:spPr/>
        <p:txBody>
          <a:bodyPr numCol="1"/>
          <a:lstStyle/>
          <a:p>
            <a:r>
              <a:rPr altLang="en-GB" dirty="0" lang="en-GB"/>
              <a:t>Violin </a:t>
            </a:r>
            <a:r>
              <a:rPr altLang="en-GB" dirty="0" err="1" lang="en-GB"/>
              <a:t>plo</a:t>
            </a:r>
            <a:r>
              <a:rPr altLang="en-GB" dirty="0" lang="en-GB"/>
              <a:t>t</a:t>
            </a:r>
          </a:p>
        </p:txBody>
      </p:sp>
      <p:pic>
        <p:nvPicPr>
          <p:cNvPr descr="A graph showing different colored shapes  AI-generated content may be incorrect." id="5" name="Content Placeholder 4">
            <a:extLst>
              <a:ext uri="{FF2B5EF4-FFF2-40B4-BE49-F238E27FC236}">
                <a16:creationId xmlns:a16="http://schemas.microsoft.com/office/drawing/2014/main" id="{B477F13D-B969-5057-74E1-90E34C5C567E}"/>
              </a:ext>
            </a:extLst>
          </p:cNvPr>
          <p:cNvPicPr>
            <a:picLocks noChangeAspect="1" noGrp="1"/>
          </p:cNvPicPr>
          <p:nvPr>
            <p:ph idx="1"/>
          </p:nvPr>
        </p:nvPicPr>
        <p:blipFill>
          <a:blip r:embed="rId2"/>
          <a:stretch>
            <a:fillRect/>
          </a:stretch>
        </p:blipFill>
        <p:spPr>
          <a:xfrm>
            <a:off x="906427" y="1385345"/>
            <a:ext cx="9709391" cy="5476968"/>
          </a:xfrm>
          <a:prstGeom prst="rect">
            <a:avLst/>
          </a:prstGeom>
        </p:spPr>
      </p:pic>
      <p:sp>
        <p:nvSpPr>
          <p:cNvPr id="4" name="Date Placeholder 3">
            <a:extLst>
              <a:ext uri="{FF2B5EF4-FFF2-40B4-BE49-F238E27FC236}">
                <a16:creationId xmlns:a16="http://schemas.microsoft.com/office/drawing/2014/main" id="{7EE335B5-16D5-E10E-1DED-FE77D7C8F7A3}"/>
              </a:ext>
            </a:extLst>
          </p:cNvPr>
          <p:cNvSpPr>
            <a:spLocks noGrp="1"/>
          </p:cNvSpPr>
          <p:nvPr>
            <p:ph idx="10" sz="half" type="dt"/>
          </p:nvPr>
        </p:nvSpPr>
        <p:spPr/>
        <p:txBody>
          <a:bodyPr numCol="1"/>
          <a:lstStyle/>
          <a:p>
            <a:fld id="{FA725572-928B-4801-8592-C9663D3873DF}" type="datetime1">
              <a:t>3/22/2026</a:t>
            </a:fld>
            <a:endParaRPr dirty="0" lang="en-US"/>
          </a:p>
        </p:txBody>
      </p:sp>
    </p:spTree>
    <p:extLst>
      <p:ext uri="{BB962C8B-B14F-4D97-AF65-F5344CB8AC3E}">
        <p14:creationId xmlns:p14="http://schemas.microsoft.com/office/powerpoint/2010/main" val="8803532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029E6-EB4C-245E-25D9-516B9AD52774}"/>
              </a:ext>
            </a:extLst>
          </p:cNvPr>
          <p:cNvSpPr>
            <a:spLocks noGrp="1"/>
          </p:cNvSpPr>
          <p:nvPr>
            <p:ph type="title"/>
          </p:nvPr>
        </p:nvSpPr>
        <p:spPr/>
        <p:txBody>
          <a:bodyPr numCol="1"/>
          <a:lstStyle/>
          <a:p>
            <a:r>
              <a:rPr altLang="en-GB" lang="en-GB"/>
              <a:t>KDE plot</a:t>
            </a:r>
          </a:p>
        </p:txBody>
      </p:sp>
      <p:pic>
        <p:nvPicPr>
          <p:cNvPr descr="A graph of a graph of a graph  AI-generated content may be incorrect." id="5" name="Content Placeholder 4">
            <a:extLst>
              <a:ext uri="{FF2B5EF4-FFF2-40B4-BE49-F238E27FC236}">
                <a16:creationId xmlns:a16="http://schemas.microsoft.com/office/drawing/2014/main" id="{AB854CB2-D46C-845C-F81C-ED58100ECEA4}"/>
              </a:ext>
            </a:extLst>
          </p:cNvPr>
          <p:cNvPicPr>
            <a:picLocks noChangeAspect="1" noGrp="1"/>
          </p:cNvPicPr>
          <p:nvPr>
            <p:ph idx="1"/>
          </p:nvPr>
        </p:nvPicPr>
        <p:blipFill>
          <a:blip r:embed="rId2"/>
          <a:stretch>
            <a:fillRect/>
          </a:stretch>
        </p:blipFill>
        <p:spPr>
          <a:xfrm>
            <a:off x="1316443" y="1442854"/>
            <a:ext cx="9306302" cy="5318817"/>
          </a:xfrm>
          <a:prstGeom prst="rect">
            <a:avLst/>
          </a:prstGeom>
        </p:spPr>
      </p:pic>
      <p:sp>
        <p:nvSpPr>
          <p:cNvPr id="4" name="Date Placeholder 3">
            <a:extLst>
              <a:ext uri="{FF2B5EF4-FFF2-40B4-BE49-F238E27FC236}">
                <a16:creationId xmlns:a16="http://schemas.microsoft.com/office/drawing/2014/main" id="{E957A2F1-DB5A-8E26-7F09-C072E1BFC2EC}"/>
              </a:ext>
            </a:extLst>
          </p:cNvPr>
          <p:cNvSpPr>
            <a:spLocks noGrp="1"/>
          </p:cNvSpPr>
          <p:nvPr>
            <p:ph idx="10" sz="half" type="dt"/>
          </p:nvPr>
        </p:nvSpPr>
        <p:spPr/>
        <p:txBody>
          <a:bodyPr numCol="1"/>
          <a:lstStyle/>
          <a:p>
            <a:fld id="{B77C0DDE-3A72-4892-A6C8-6693837F1D85}" type="datetime1">
              <a:t>3/22/2026</a:t>
            </a:fld>
            <a:endParaRPr dirty="0" lang="en-US"/>
          </a:p>
        </p:txBody>
      </p:sp>
    </p:spTree>
    <p:extLst>
      <p:ext uri="{BB962C8B-B14F-4D97-AF65-F5344CB8AC3E}">
        <p14:creationId xmlns:p14="http://schemas.microsoft.com/office/powerpoint/2010/main" val="5098072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A0AA6-115A-8588-2B4E-3EE4406C221A}"/>
              </a:ext>
            </a:extLst>
          </p:cNvPr>
          <p:cNvSpPr>
            <a:spLocks noGrp="1"/>
          </p:cNvSpPr>
          <p:nvPr>
            <p:ph type="title"/>
          </p:nvPr>
        </p:nvSpPr>
        <p:spPr/>
        <p:txBody>
          <a:bodyPr numCol="1"/>
          <a:lstStyle/>
          <a:p>
            <a:r>
              <a:rPr altLang="en-GB" b="1" i="1" lang="en-GB"/>
              <a:t>Conclusion</a:t>
            </a:r>
            <a:r>
              <a:rPr altLang="en-GB" b="1" lang="en-GB"/>
              <a:t> </a:t>
            </a:r>
          </a:p>
        </p:txBody>
      </p:sp>
      <p:sp>
        <p:nvSpPr>
          <p:cNvPr id="3" name="Content Placeholder 2">
            <a:extLst>
              <a:ext uri="{FF2B5EF4-FFF2-40B4-BE49-F238E27FC236}">
                <a16:creationId xmlns:a16="http://schemas.microsoft.com/office/drawing/2014/main" id="{ABB28DB6-8EDC-3197-2C77-37B1E44932E7}"/>
              </a:ext>
            </a:extLst>
          </p:cNvPr>
          <p:cNvSpPr>
            <a:spLocks noGrp="1"/>
          </p:cNvSpPr>
          <p:nvPr>
            <p:ph idx="1"/>
          </p:nvPr>
        </p:nvSpPr>
        <p:spPr/>
        <p:txBody>
          <a:bodyPr anchor="t" bIns="45720" lIns="91440" numCol="1" rIns="91440" rtlCol="0" tIns="45720" vert="horz">
            <a:normAutofit fontScale="92500" lnSpcReduction="10000"/>
          </a:bodyPr>
          <a:lstStyle/>
          <a:p>
            <a:pPr indent="0" marL="0">
              <a:buNone/>
            </a:pPr>
            <a:r>
              <a:rPr altLang="en-GB" dirty="0" lang="en-GB" sz="2400"/>
              <a:t>1. Massive Global Population Growth  -</a:t>
            </a:r>
            <a:r>
              <a:rPr altLang="en-GB" dirty="0" lang="en-GB" sz="2400">
                <a:ea typeface="+mn-lt"/>
                <a:cs typeface="+mn-lt"/>
              </a:rPr>
              <a:t> The total world population has more than doubled in the last 64 years. In 1960, the global population was approximately 3.02 billion. By 2024, it has grown to over 8.14 billion, representing an overall increase of approximately 169%.</a:t>
            </a:r>
            <a:endParaRPr altLang="en-GB" dirty="0" lang="en-GB" sz="2400"/>
          </a:p>
          <a:p>
            <a:pPr indent="0" marL="0">
              <a:buNone/>
            </a:pPr>
            <a:r>
              <a:rPr altLang="en-GB" lang="en-GB" sz="2400"/>
              <a:t>2</a:t>
            </a:r>
            <a:r>
              <a:rPr altLang="en-GB" lang="en-GB" sz="2400">
                <a:ea typeface="+mn-lt"/>
                <a:cs typeface="+mn-lt"/>
              </a:rPr>
              <a:t>. India Overcomes China as the Most Populous Nation</a:t>
            </a:r>
            <a:endParaRPr altLang="en-GB" dirty="0" lang="en-GB" sz="2400">
              <a:ea typeface="+mn-lt"/>
              <a:cs typeface="+mn-lt"/>
            </a:endParaRPr>
          </a:p>
          <a:p>
            <a:pPr indent="0" marL="0">
              <a:buNone/>
            </a:pPr>
            <a:r>
              <a:rPr altLang="en-GB" lang="en-GB" sz="2400">
                <a:ea typeface="+mn-lt"/>
                <a:cs typeface="+mn-lt"/>
              </a:rPr>
              <a:t>3.The world population reached its </a:t>
            </a:r>
            <a:r>
              <a:rPr altLang="en-GB" b="1" lang="en-GB" sz="2400">
                <a:ea typeface="+mn-lt"/>
                <a:cs typeface="+mn-lt"/>
              </a:rPr>
              <a:t>peak annual growth rate of 2.14% in 1963</a:t>
            </a:r>
            <a:r>
              <a:rPr altLang="en-GB" dirty="0" lang="en-GB" sz="2400">
                <a:ea typeface="+mn-lt"/>
                <a:cs typeface="+mn-lt"/>
              </a:rPr>
              <a:t>.</a:t>
            </a:r>
          </a:p>
          <a:p>
            <a:pPr indent="0" marL="0">
              <a:buNone/>
            </a:pPr>
            <a:r>
              <a:rPr altLang="en-GB" dirty="0" lang="en-GB" sz="2400">
                <a:ea typeface="+mn-lt"/>
                <a:cs typeface="+mn-lt"/>
              </a:rPr>
              <a:t>4. The total population is still rising, the </a:t>
            </a:r>
            <a:r>
              <a:rPr altLang="en-GB" b="1" dirty="0" lang="en-GB" sz="2400">
                <a:ea typeface="+mn-lt"/>
                <a:cs typeface="+mn-lt"/>
              </a:rPr>
              <a:t>momentum of growth is fading significantly</a:t>
            </a:r>
            <a:r>
              <a:rPr altLang="en-GB" dirty="0" lang="en-GB" sz="2400">
                <a:ea typeface="+mn-lt"/>
                <a:cs typeface="+mn-lt"/>
              </a:rPr>
              <a:t>.</a:t>
            </a:r>
          </a:p>
        </p:txBody>
      </p:sp>
      <p:sp>
        <p:nvSpPr>
          <p:cNvPr id="4" name="Date Placeholder 3">
            <a:extLst>
              <a:ext uri="{FF2B5EF4-FFF2-40B4-BE49-F238E27FC236}">
                <a16:creationId xmlns:a16="http://schemas.microsoft.com/office/drawing/2014/main" id="{BFBF5892-191F-A8F6-4BCA-63945CC582B9}"/>
              </a:ext>
            </a:extLst>
          </p:cNvPr>
          <p:cNvSpPr>
            <a:spLocks noGrp="1"/>
          </p:cNvSpPr>
          <p:nvPr>
            <p:ph idx="10" sz="half" type="dt"/>
          </p:nvPr>
        </p:nvSpPr>
        <p:spPr/>
        <p:txBody>
          <a:bodyPr numCol="1"/>
          <a:lstStyle/>
          <a:p>
            <a:fld id="{B5982E51-408E-4E68-8AC8-611E8C2B8871}" type="datetime1">
              <a:t>3/22/2026</a:t>
            </a:fld>
            <a:endParaRPr dirty="0" lang="en-US"/>
          </a:p>
        </p:txBody>
      </p:sp>
    </p:spTree>
    <p:extLst>
      <p:ext uri="{BB962C8B-B14F-4D97-AF65-F5344CB8AC3E}">
        <p14:creationId xmlns:p14="http://schemas.microsoft.com/office/powerpoint/2010/main" val="41943667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948AB-179B-6249-A2CB-AF650C3B00B1}"/>
              </a:ext>
            </a:extLst>
          </p:cNvPr>
          <p:cNvSpPr>
            <a:spLocks noGrp="1"/>
          </p:cNvSpPr>
          <p:nvPr>
            <p:ph type="title"/>
          </p:nvPr>
        </p:nvSpPr>
        <p:spPr/>
        <p:txBody>
          <a:bodyPr numCol="1"/>
          <a:lstStyle/>
          <a:p>
            <a:r>
              <a:rPr altLang="en-GB" lang="en-GB"/>
              <a:t>Conclusion</a:t>
            </a:r>
          </a:p>
        </p:txBody>
      </p:sp>
      <p:sp>
        <p:nvSpPr>
          <p:cNvPr id="3" name="Content Placeholder 2">
            <a:extLst>
              <a:ext uri="{FF2B5EF4-FFF2-40B4-BE49-F238E27FC236}">
                <a16:creationId xmlns:a16="http://schemas.microsoft.com/office/drawing/2014/main" id="{EAEFFFB4-1133-0B6F-F1A0-F9BC248E5B02}"/>
              </a:ext>
            </a:extLst>
          </p:cNvPr>
          <p:cNvSpPr>
            <a:spLocks noGrp="1"/>
          </p:cNvSpPr>
          <p:nvPr>
            <p:ph idx="1"/>
          </p:nvPr>
        </p:nvSpPr>
        <p:spPr/>
        <p:txBody>
          <a:bodyPr anchor="t" bIns="45720" lIns="91440" numCol="1" rIns="91440" rtlCol="0" tIns="45720" vert="horz">
            <a:normAutofit fontScale="92500" lnSpcReduction="10000"/>
          </a:bodyPr>
          <a:lstStyle/>
          <a:p>
            <a:r>
              <a:rPr altLang="en-GB" lang="en-GB"/>
              <a:t>Top 5 Most Populous Countries (2024)</a:t>
            </a:r>
          </a:p>
          <a:p>
            <a:r>
              <a:rPr altLang="en-GB" lang="en-GB">
                <a:ea typeface="+mn-lt"/>
                <a:cs typeface="+mn-lt"/>
              </a:rPr>
              <a:t>As of 2024, the top five nations by population are:</a:t>
            </a:r>
            <a:endParaRPr altLang="en-GB" lang="en-GB"/>
          </a:p>
          <a:p>
            <a:r>
              <a:rPr altLang="en-GB" b="1" lang="en-GB">
                <a:ea typeface="+mn-lt"/>
                <a:cs typeface="+mn-lt"/>
              </a:rPr>
              <a:t>India</a:t>
            </a:r>
            <a:r>
              <a:rPr altLang="en-GB" lang="en-GB">
                <a:ea typeface="+mn-lt"/>
                <a:cs typeface="+mn-lt"/>
              </a:rPr>
              <a:t>: ~1.45 billion</a:t>
            </a:r>
            <a:endParaRPr altLang="en-GB" lang="en-GB"/>
          </a:p>
          <a:p>
            <a:r>
              <a:rPr altLang="en-GB" b="1" lang="en-GB">
                <a:ea typeface="+mn-lt"/>
                <a:cs typeface="+mn-lt"/>
              </a:rPr>
              <a:t>China</a:t>
            </a:r>
            <a:r>
              <a:rPr altLang="en-GB" lang="en-GB">
                <a:ea typeface="+mn-lt"/>
                <a:cs typeface="+mn-lt"/>
              </a:rPr>
              <a:t>: ~1.41 billion</a:t>
            </a:r>
            <a:endParaRPr altLang="en-GB" lang="en-GB"/>
          </a:p>
          <a:p>
            <a:r>
              <a:rPr altLang="en-GB" b="1" lang="en-GB">
                <a:ea typeface="+mn-lt"/>
                <a:cs typeface="+mn-lt"/>
              </a:rPr>
              <a:t>United States</a:t>
            </a:r>
            <a:r>
              <a:rPr altLang="en-GB" lang="en-GB">
                <a:ea typeface="+mn-lt"/>
                <a:cs typeface="+mn-lt"/>
              </a:rPr>
              <a:t>: ~337 million</a:t>
            </a:r>
            <a:endParaRPr altLang="en-GB" lang="en-GB"/>
          </a:p>
          <a:p>
            <a:r>
              <a:rPr altLang="en-GB" b="1" lang="en-GB">
                <a:ea typeface="+mn-lt"/>
                <a:cs typeface="+mn-lt"/>
              </a:rPr>
              <a:t>Indonesia</a:t>
            </a:r>
            <a:r>
              <a:rPr altLang="en-GB" lang="en-GB">
                <a:ea typeface="+mn-lt"/>
                <a:cs typeface="+mn-lt"/>
              </a:rPr>
              <a:t>: ~280 million</a:t>
            </a:r>
            <a:endParaRPr altLang="en-GB" lang="en-GB"/>
          </a:p>
          <a:p>
            <a:r>
              <a:rPr altLang="en-GB" b="1" lang="en-GB">
                <a:ea typeface="+mn-lt"/>
                <a:cs typeface="+mn-lt"/>
              </a:rPr>
              <a:t>Pakistan</a:t>
            </a:r>
            <a:r>
              <a:rPr altLang="en-GB" lang="en-GB">
                <a:ea typeface="+mn-lt"/>
                <a:cs typeface="+mn-lt"/>
              </a:rPr>
              <a:t>: ~247 million</a:t>
            </a:r>
            <a:endParaRPr altLang="en-GB" lang="en-GB"/>
          </a:p>
          <a:p>
            <a:endParaRPr altLang="en-GB" dirty="0" lang="en-GB"/>
          </a:p>
        </p:txBody>
      </p:sp>
      <p:sp>
        <p:nvSpPr>
          <p:cNvPr id="4" name="Date Placeholder 3">
            <a:extLst>
              <a:ext uri="{FF2B5EF4-FFF2-40B4-BE49-F238E27FC236}">
                <a16:creationId xmlns:a16="http://schemas.microsoft.com/office/drawing/2014/main" id="{E1A67301-38F6-9E57-C82E-35A98E9C219F}"/>
              </a:ext>
            </a:extLst>
          </p:cNvPr>
          <p:cNvSpPr>
            <a:spLocks noGrp="1"/>
          </p:cNvSpPr>
          <p:nvPr>
            <p:ph idx="10" sz="half" type="dt"/>
          </p:nvPr>
        </p:nvSpPr>
        <p:spPr/>
        <p:txBody>
          <a:bodyPr numCol="1"/>
          <a:lstStyle/>
          <a:p>
            <a:fld id="{C3337340-5F03-4A21-924D-20E9E89CCC4C}" type="datetime1">
              <a:t>3/22/2026</a:t>
            </a:fld>
            <a:endParaRPr dirty="0" lang="en-US"/>
          </a:p>
        </p:txBody>
      </p:sp>
    </p:spTree>
    <p:extLst>
      <p:ext uri="{BB962C8B-B14F-4D97-AF65-F5344CB8AC3E}">
        <p14:creationId xmlns:p14="http://schemas.microsoft.com/office/powerpoint/2010/main" val="24088933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55EDF8C-6453-18EB-4D82-90E382971CAB}"/>
              </a:ext>
            </a:extLst>
          </p:cNvPr>
          <p:cNvSpPr>
            <a:spLocks noGrp="1"/>
          </p:cNvSpPr>
          <p:nvPr>
            <p:ph type="title"/>
          </p:nvPr>
        </p:nvSpPr>
        <p:spPr>
          <a:xfrm>
            <a:off x="1078992" y="1938528"/>
            <a:ext cx="10177272" cy="2990088"/>
          </a:xfrm>
        </p:spPr>
        <p:txBody>
          <a:bodyPr numCol="1"/>
          <a:lstStyle/>
          <a:p>
            <a:r>
              <a:rPr lang="en-US"/>
              <a:t>             </a:t>
            </a:r>
            <a:endParaRPr b="1" i="1" lang="en-US" sz="7200"/>
          </a:p>
        </p:txBody>
      </p:sp>
      <p:sp>
        <p:nvSpPr>
          <p:cNvPr id="4" name="Date Placeholder 3">
            <a:extLst>
              <a:ext uri="{FF2B5EF4-FFF2-40B4-BE49-F238E27FC236}">
                <a16:creationId xmlns:a16="http://schemas.microsoft.com/office/drawing/2014/main" id="{DFC711CE-A731-ED06-7452-E23999DDB9B5}"/>
              </a:ext>
            </a:extLst>
          </p:cNvPr>
          <p:cNvSpPr>
            <a:spLocks noGrp="1"/>
          </p:cNvSpPr>
          <p:nvPr>
            <p:ph idx="10" sz="half" type="dt"/>
          </p:nvPr>
        </p:nvSpPr>
        <p:spPr>
          <a:xfrm>
            <a:off x="838200" y="6356350"/>
            <a:ext cx="2743200" cy="365125"/>
          </a:xfrm>
        </p:spPr>
        <p:txBody>
          <a:bodyPr anchor="ctr" numCol="1">
            <a:normAutofit/>
          </a:bodyPr>
          <a:lstStyle/>
          <a:p>
            <a:pPr>
              <a:spcAft>
                <a:spcPts val="600"/>
              </a:spcAft>
            </a:pPr>
            <a:fld id="{13EFC91F-3109-46B8-852A-A6C10AE61598}" type="datetime1">
              <a:pPr>
                <a:spcAft>
                  <a:spcPts val="600"/>
                </a:spcAft>
              </a:pPr>
              <a:t>3/22/2026</a:t>
            </a:fld>
            <a:endParaRPr lang="en-US"/>
          </a:p>
        </p:txBody>
      </p:sp>
      <p:pic>
        <p:nvPicPr>
          <p:cNvPr descr="A black text on a white background  AI-generated content may be incorrect." id="5" name="Picture 4">
            <a:extLst>
              <a:ext uri="{FF2B5EF4-FFF2-40B4-BE49-F238E27FC236}">
                <a16:creationId xmlns:a16="http://schemas.microsoft.com/office/drawing/2014/main" id="{E06AF57B-5E29-2475-E3A4-957B1EC0E108}"/>
              </a:ext>
            </a:extLst>
          </p:cNvPr>
          <p:cNvPicPr>
            <a:picLocks noChangeAspect="1"/>
          </p:cNvPicPr>
          <p:nvPr/>
        </p:nvPicPr>
        <p:blipFill>
          <a:blip r:embed="rId2"/>
          <a:stretch>
            <a:fillRect/>
          </a:stretch>
        </p:blipFill>
        <p:spPr>
          <a:xfrm>
            <a:off x="-89" y="147279"/>
            <a:ext cx="12192179" cy="6549066"/>
          </a:xfrm>
          <a:prstGeom prst="rect">
            <a:avLst/>
          </a:prstGeom>
        </p:spPr>
      </p:pic>
    </p:spTree>
    <p:extLst>
      <p:ext uri="{BB962C8B-B14F-4D97-AF65-F5344CB8AC3E}">
        <p14:creationId xmlns:p14="http://schemas.microsoft.com/office/powerpoint/2010/main" val="3528235363"/>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lastClr="FFFFFF" val="window"/>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ccentBoxVTI">
      <a:majorFont>
        <a:latin typeface="Avenir Next LT Pro"/>
        <a:ea typeface=""/>
        <a:cs typeface=""/>
      </a:majorFont>
      <a:minorFont>
        <a:latin typeface="Avenir Next LT Pro"/>
        <a:ea typeface=""/>
        <a:cs typeface=""/>
      </a:minorFont>
    </a:fontScheme>
    <a:fmtScheme name="AccentBox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algn="ctr" cap="flat" cmpd="sng" w="6350">
          <a:solidFill>
            <a:schemeClr val="phClr"/>
          </a:solidFill>
          <a:prstDash val="solid"/>
          <a:miter lim="800000"/>
        </a:ln>
        <a:ln algn="ctr" cap="flat" cmpd="sng" w="12700">
          <a:solidFill>
            <a:schemeClr val="phClr"/>
          </a:solidFill>
          <a:prstDash val="solid"/>
          <a:miter lim="800000"/>
        </a:ln>
        <a:ln algn="ctr" cap="flat" cmpd="sng" w="19050">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id="{F4FE582F-5DDE-4E50-A331-B77FB79D7361}" name="AccentBoxVTI" vid="{42624B42-66F4-4B9A-A3DB-EB561F16279A}"/>
    </a:ext>
  </a:extLst>
</a:theme>
</file>

<file path=docProps/app.xml><?xml version="1.0" encoding="utf-8"?>
<Properties xmlns="http://schemas.openxmlformats.org/officeDocument/2006/extended-properties" xmlns:vt="http://schemas.openxmlformats.org/officeDocument/2006/docPropsVTypes">
  <Template>office theme</Template>
  <Words>0</Words>
  <Paragraphs>0</Paragraphs>
  <Slides>16</Slides>
  <Notes>0</Notes>
  <TotalTime>0</TotalTime>
  <HiddenSlides>0</HiddenSlides>
  <MMClips>0</MMClips>
  <ScaleCrop>false</ScaleCrop>
  <HeadingPairs>
    <vt:vector baseType="variant" size="4">
      <vt:variant>
        <vt:lpstr>Theme</vt:lpstr>
      </vt:variant>
      <vt:variant>
        <vt:i4>1</vt:i4>
      </vt:variant>
      <vt:variant>
        <vt:lpstr>Slide Titles</vt:lpstr>
      </vt:variant>
      <vt:variant>
        <vt:i4>16</vt:i4>
      </vt:variant>
    </vt:vector>
  </HeadingPairs>
  <TitlesOfParts>
    <vt:vector baseType="lpstr" size="17">
      <vt:lpstr>AccentBoxVTI</vt:lpstr>
      <vt:lpstr>Population Growth Analysis</vt:lpstr>
      <vt:lpstr>Introduction</vt:lpstr>
      <vt:lpstr>Objectives</vt:lpstr>
      <vt:lpstr>Datasets and Code Link</vt:lpstr>
      <vt:lpstr>Line Chart</vt:lpstr>
      <vt:lpstr>Bar Chart</vt:lpstr>
      <vt:lpstr>Box Plot</vt:lpstr>
      <vt:lpstr>Pie chart</vt:lpstr>
      <vt:lpstr>Scatter plot</vt:lpstr>
      <vt:lpstr>Heatmap</vt:lpstr>
      <vt:lpstr>Area Chart</vt:lpstr>
      <vt:lpstr>Violin plot</vt:lpstr>
      <vt:lpstr>KDE plot</vt:lpstr>
      <vt:lpstr>Conclusion </vt:lpstr>
      <vt:lpstr>Conclusion</vt:lpstr>
      <vt:lpstr>             </vt:lpstr>
    </vt:vector>
  </TitlesOfParts>
  <LinksUpToDate>false</LinksUpToDate>
  <SharedDoc>false</SharedDoc>
  <HyperlinksChanged>false</HyperlinksChanged>
  <Application>Microsoft Office PowerPoint</Application>
  <AppVersion>16.0000</AppVersion>
  <PresentationFormat>Widescreen</PresentationFormat>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2026-03-17T14:58:43Z</dcterms:created>
  <dc:creator/>
  <cp:lastModifiedBy/>
  <dcterms:modified xsi:type="dcterms:W3CDTF">2026-03-23T05:47:31Z</dcterms:modified>
  <cp:revision>299</cp:revision>
  <dc:title/>
</cp:coreProperties>
</file>